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ink/ink507.xml" ContentType="application/inkml+xml"/>
  <Override PartName="/ppt/ink/ink508.xml" ContentType="application/inkml+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9"/>
  </p:notesMasterIdLst>
  <p:sldIdLst>
    <p:sldId id="256" r:id="rId2"/>
    <p:sldId id="334" r:id="rId3"/>
    <p:sldId id="1830" r:id="rId4"/>
    <p:sldId id="1833" r:id="rId5"/>
    <p:sldId id="1843" r:id="rId6"/>
    <p:sldId id="1844" r:id="rId7"/>
    <p:sldId id="1845" r:id="rId8"/>
    <p:sldId id="258" r:id="rId9"/>
    <p:sldId id="1847" r:id="rId10"/>
    <p:sldId id="1864" r:id="rId11"/>
    <p:sldId id="1865" r:id="rId12"/>
    <p:sldId id="1866" r:id="rId13"/>
    <p:sldId id="1867" r:id="rId14"/>
    <p:sldId id="1879" r:id="rId15"/>
    <p:sldId id="1880" r:id="rId16"/>
    <p:sldId id="1881" r:id="rId17"/>
    <p:sldId id="1869" r:id="rId18"/>
    <p:sldId id="1870" r:id="rId19"/>
    <p:sldId id="1871" r:id="rId20"/>
    <p:sldId id="1872" r:id="rId21"/>
    <p:sldId id="1873" r:id="rId22"/>
    <p:sldId id="1874" r:id="rId23"/>
    <p:sldId id="1888" r:id="rId24"/>
    <p:sldId id="1882" r:id="rId25"/>
    <p:sldId id="1890" r:id="rId26"/>
    <p:sldId id="1889" r:id="rId27"/>
    <p:sldId id="1895" r:id="rId28"/>
    <p:sldId id="1906" r:id="rId29"/>
    <p:sldId id="1892" r:id="rId30"/>
    <p:sldId id="1891" r:id="rId31"/>
    <p:sldId id="1904" r:id="rId32"/>
    <p:sldId id="1905" r:id="rId33"/>
    <p:sldId id="1896" r:id="rId34"/>
    <p:sldId id="1903" r:id="rId35"/>
    <p:sldId id="1907" r:id="rId36"/>
    <p:sldId id="1908" r:id="rId37"/>
    <p:sldId id="1902" r:id="rId38"/>
    <p:sldId id="1897" r:id="rId39"/>
    <p:sldId id="1900" r:id="rId40"/>
    <p:sldId id="1901" r:id="rId41"/>
    <p:sldId id="1898" r:id="rId42"/>
    <p:sldId id="1899" r:id="rId43"/>
    <p:sldId id="1887" r:id="rId44"/>
    <p:sldId id="1883" r:id="rId45"/>
    <p:sldId id="1884" r:id="rId46"/>
    <p:sldId id="1885" r:id="rId47"/>
    <p:sldId id="1886" r:id="rId48"/>
    <p:sldId id="1875" r:id="rId49"/>
    <p:sldId id="1876" r:id="rId50"/>
    <p:sldId id="1877" r:id="rId51"/>
    <p:sldId id="1878" r:id="rId52"/>
    <p:sldId id="257" r:id="rId53"/>
    <p:sldId id="273" r:id="rId54"/>
    <p:sldId id="274" r:id="rId55"/>
    <p:sldId id="275" r:id="rId56"/>
    <p:sldId id="1846" r:id="rId57"/>
    <p:sldId id="265" r:id="rId58"/>
    <p:sldId id="266" r:id="rId59"/>
    <p:sldId id="267" r:id="rId60"/>
    <p:sldId id="264" r:id="rId61"/>
    <p:sldId id="268" r:id="rId62"/>
    <p:sldId id="269" r:id="rId63"/>
    <p:sldId id="272" r:id="rId64"/>
    <p:sldId id="260" r:id="rId65"/>
    <p:sldId id="261" r:id="rId66"/>
    <p:sldId id="263" r:id="rId67"/>
    <p:sldId id="259" r:id="rId68"/>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EAF7"/>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82479" autoAdjust="0"/>
  </p:normalViewPr>
  <p:slideViewPr>
    <p:cSldViewPr snapToGrid="0">
      <p:cViewPr varScale="1">
        <p:scale>
          <a:sx n="87" d="100"/>
          <a:sy n="87" d="100"/>
        </p:scale>
        <p:origin x="57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7/3/2026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reactions that are </a:t>
            </a:r>
            <a:r>
              <a:rPr lang="en-US" dirty="0" err="1"/>
              <a:t>differentiallz</a:t>
            </a:r>
            <a:r>
              <a:rPr lang="en-US" dirty="0"/>
              <a:t> expressed</a:t>
            </a:r>
          </a:p>
        </p:txBody>
      </p:sp>
      <p:sp>
        <p:nvSpPr>
          <p:cNvPr id="4" name="Slide Number Placeholder 3"/>
          <p:cNvSpPr>
            <a:spLocks noGrp="1"/>
          </p:cNvSpPr>
          <p:nvPr>
            <p:ph type="sldNum" sz="quarter" idx="5"/>
          </p:nvPr>
        </p:nvSpPr>
        <p:spPr/>
        <p:txBody>
          <a:bodyPr/>
          <a:lstStyle/>
          <a:p>
            <a:fld id="{5F818A67-DE81-4BE5-A09A-01BC8A96D5BB}" type="slidenum">
              <a:rPr lang="en-US" smtClean="0"/>
              <a:t>1</a:t>
            </a:fld>
            <a:endParaRPr lang="en-US"/>
          </a:p>
        </p:txBody>
      </p:sp>
    </p:spTree>
    <p:extLst>
      <p:ext uri="{BB962C8B-B14F-4D97-AF65-F5344CB8AC3E}">
        <p14:creationId xmlns:p14="http://schemas.microsoft.com/office/powerpoint/2010/main" val="11740681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FC67-C184-D38A-6416-733281253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349FC-9D63-609B-F3DC-1F52DE28C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24CE1-08F3-612B-E751-D1AAC5236F3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B3948AC4-BAFF-29EC-EEBB-DB3044872296}"/>
              </a:ext>
            </a:extLst>
          </p:cNvPr>
          <p:cNvSpPr>
            <a:spLocks noGrp="1"/>
          </p:cNvSpPr>
          <p:nvPr>
            <p:ph type="sldNum" sz="quarter" idx="5"/>
          </p:nvPr>
        </p:nvSpPr>
        <p:spPr/>
        <p:txBody>
          <a:bodyPr/>
          <a:lstStyle/>
          <a:p>
            <a:fld id="{5F818A67-DE81-4BE5-A09A-01BC8A96D5BB}" type="slidenum">
              <a:rPr lang="en-US" smtClean="0"/>
              <a:t>10</a:t>
            </a:fld>
            <a:endParaRPr lang="en-US"/>
          </a:p>
        </p:txBody>
      </p:sp>
    </p:spTree>
    <p:extLst>
      <p:ext uri="{BB962C8B-B14F-4D97-AF65-F5344CB8AC3E}">
        <p14:creationId xmlns:p14="http://schemas.microsoft.com/office/powerpoint/2010/main" val="2650526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43599-38FB-FCA7-4E39-E3E00D54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32E3B-B4FA-449A-1CFE-8BFB13E6E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6CF982-C143-B461-2D25-07F5FDF9A8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F72EEC-EDBD-0BE8-4A0D-CF6A9596DDC6}"/>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3152659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19450635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9716-72B2-6644-83C3-6D638AC68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886A6-6BA4-BD5D-6A78-1753FC40DCD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C503B44-C9CA-4080-66A9-76A485148C83}"/>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41860712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69A-7C10-D6E7-AB7B-611D8B87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67856E-FE5F-3E21-9781-79CB8D6519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4B7FE8F-0467-A232-9CFD-23E5B95CDC93}"/>
              </a:ext>
            </a:extLst>
          </p:cNvPr>
          <p:cNvSpPr>
            <a:spLocks noGrp="1"/>
          </p:cNvSpPr>
          <p:nvPr>
            <p:ph type="sldNum" sz="quarter" idx="5"/>
          </p:nvPr>
        </p:nvSpPr>
        <p:spPr/>
        <p:txBody>
          <a:bodyPr/>
          <a:lstStyle/>
          <a:p>
            <a:fld id="{5F818A67-DE81-4BE5-A09A-01BC8A96D5BB}" type="slidenum">
              <a:rPr lang="en-US" smtClean="0"/>
              <a:t>20</a:t>
            </a:fld>
            <a:endParaRPr lang="en-US"/>
          </a:p>
        </p:txBody>
      </p:sp>
    </p:spTree>
    <p:extLst>
      <p:ext uri="{BB962C8B-B14F-4D97-AF65-F5344CB8AC3E}">
        <p14:creationId xmlns:p14="http://schemas.microsoft.com/office/powerpoint/2010/main" val="10490414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02363-94A0-193D-8849-A4CD48FE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3402-3832-CA15-1DF1-6B337DB0208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76E6728-E1DE-4DEF-2A20-5E688E5F2272}"/>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20913148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8837-B25A-E3D2-3765-AAFEBA03A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8ED99-E7F2-609E-612F-3E70505C60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EDE4AA-DA7C-282D-6177-706B6E6C2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8AB47-C9E7-E9EB-1108-2905717A7F73}"/>
              </a:ext>
            </a:extLst>
          </p:cNvPr>
          <p:cNvSpPr>
            <a:spLocks noGrp="1"/>
          </p:cNvSpPr>
          <p:nvPr>
            <p:ph type="sldNum" sz="quarter" idx="5"/>
          </p:nvPr>
        </p:nvSpPr>
        <p:spPr/>
        <p:txBody>
          <a:bodyPr/>
          <a:lstStyle/>
          <a:p>
            <a:fld id="{5F818A67-DE81-4BE5-A09A-01BC8A96D5BB}" type="slidenum">
              <a:rPr lang="en-US" smtClean="0"/>
              <a:t>23</a:t>
            </a:fld>
            <a:endParaRPr lang="en-US"/>
          </a:p>
        </p:txBody>
      </p:sp>
    </p:spTree>
    <p:extLst>
      <p:ext uri="{BB962C8B-B14F-4D97-AF65-F5344CB8AC3E}">
        <p14:creationId xmlns:p14="http://schemas.microsoft.com/office/powerpoint/2010/main" val="4037307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5947F-2114-3C68-BB87-ADE50C01E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75752-637F-1F8E-C594-D26D87330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61E3D4-76C4-9493-B8DF-774F3DC01E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1454B-B2B5-BE42-C4F8-BB70090A84D4}"/>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36417794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04637-2466-13A3-5964-22A3B192E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068A9-B6A0-6D37-A9E5-14A18AB24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208401-8256-848A-7879-529BBCB646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1D9FC6-B383-5373-BDE1-1A71C61519E8}"/>
              </a:ext>
            </a:extLst>
          </p:cNvPr>
          <p:cNvSpPr>
            <a:spLocks noGrp="1"/>
          </p:cNvSpPr>
          <p:nvPr>
            <p:ph type="sldNum" sz="quarter" idx="5"/>
          </p:nvPr>
        </p:nvSpPr>
        <p:spPr/>
        <p:txBody>
          <a:bodyPr/>
          <a:lstStyle/>
          <a:p>
            <a:fld id="{5F818A67-DE81-4BE5-A09A-01BC8A96D5BB}" type="slidenum">
              <a:rPr lang="en-US" smtClean="0"/>
              <a:t>25</a:t>
            </a:fld>
            <a:endParaRPr lang="en-US"/>
          </a:p>
        </p:txBody>
      </p:sp>
    </p:spTree>
    <p:extLst>
      <p:ext uri="{BB962C8B-B14F-4D97-AF65-F5344CB8AC3E}">
        <p14:creationId xmlns:p14="http://schemas.microsoft.com/office/powerpoint/2010/main" val="2034608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E1AB-87C9-9766-F9DD-18EA528D9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BC96A-40E8-65AE-62E8-4FCBED816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D35914-4F54-FB7C-070C-1AB9F4B4E0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04C546-FB2B-8AD9-71AF-FA752680D9DE}"/>
              </a:ext>
            </a:extLst>
          </p:cNvPr>
          <p:cNvSpPr>
            <a:spLocks noGrp="1"/>
          </p:cNvSpPr>
          <p:nvPr>
            <p:ph type="sldNum" sz="quarter" idx="5"/>
          </p:nvPr>
        </p:nvSpPr>
        <p:spPr/>
        <p:txBody>
          <a:bodyPr/>
          <a:lstStyle/>
          <a:p>
            <a:fld id="{5F818A67-DE81-4BE5-A09A-01BC8A96D5BB}" type="slidenum">
              <a:rPr lang="en-US" smtClean="0"/>
              <a:t>26</a:t>
            </a:fld>
            <a:endParaRPr lang="en-US"/>
          </a:p>
        </p:txBody>
      </p:sp>
    </p:spTree>
    <p:extLst>
      <p:ext uri="{BB962C8B-B14F-4D97-AF65-F5344CB8AC3E}">
        <p14:creationId xmlns:p14="http://schemas.microsoft.com/office/powerpoint/2010/main" val="3790384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973FD-687F-8EE2-F5F6-947367E02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E9CBF-09A2-22CF-94FE-4978CF52FE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E7F39-6FB3-C69F-2DEE-5CCE4BA7795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D95BA53-7C2C-6057-3E4A-EDA1F9BF1477}"/>
              </a:ext>
            </a:extLst>
          </p:cNvPr>
          <p:cNvSpPr>
            <a:spLocks noGrp="1"/>
          </p:cNvSpPr>
          <p:nvPr>
            <p:ph type="sldNum" sz="quarter" idx="5"/>
          </p:nvPr>
        </p:nvSpPr>
        <p:spPr/>
        <p:txBody>
          <a:bodyPr/>
          <a:lstStyle/>
          <a:p>
            <a:fld id="{5F818A67-DE81-4BE5-A09A-01BC8A96D5BB}" type="slidenum">
              <a:rPr lang="en-US" smtClean="0"/>
              <a:t>27</a:t>
            </a:fld>
            <a:endParaRPr lang="en-US"/>
          </a:p>
        </p:txBody>
      </p:sp>
    </p:spTree>
    <p:extLst>
      <p:ext uri="{BB962C8B-B14F-4D97-AF65-F5344CB8AC3E}">
        <p14:creationId xmlns:p14="http://schemas.microsoft.com/office/powerpoint/2010/main" val="2172382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DEFE1-769D-D587-4AA1-0212042242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53FCBE-44BA-0D55-3DCB-CD34AA04D1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402A58-49EF-349A-0254-7044236B576E}"/>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10C47E6-E338-8F3D-4495-E245C4BCE920}"/>
              </a:ext>
            </a:extLst>
          </p:cNvPr>
          <p:cNvSpPr>
            <a:spLocks noGrp="1"/>
          </p:cNvSpPr>
          <p:nvPr>
            <p:ph type="sldNum" sz="quarter" idx="5"/>
          </p:nvPr>
        </p:nvSpPr>
        <p:spPr/>
        <p:txBody>
          <a:bodyPr/>
          <a:lstStyle/>
          <a:p>
            <a:fld id="{5F818A67-DE81-4BE5-A09A-01BC8A96D5BB}" type="slidenum">
              <a:rPr lang="en-US" smtClean="0"/>
              <a:t>28</a:t>
            </a:fld>
            <a:endParaRPr lang="en-US"/>
          </a:p>
        </p:txBody>
      </p:sp>
    </p:spTree>
    <p:extLst>
      <p:ext uri="{BB962C8B-B14F-4D97-AF65-F5344CB8AC3E}">
        <p14:creationId xmlns:p14="http://schemas.microsoft.com/office/powerpoint/2010/main" val="10797022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68049-F00A-E676-822C-B04524EF66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F869F1-2740-5DEF-2DA2-DFF6623C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0082E2-D8A8-DE03-BBB2-407AE683EBB1}"/>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A3E320B-F44B-6508-00A9-BA2CD07E864D}"/>
              </a:ext>
            </a:extLst>
          </p:cNvPr>
          <p:cNvSpPr>
            <a:spLocks noGrp="1"/>
          </p:cNvSpPr>
          <p:nvPr>
            <p:ph type="sldNum" sz="quarter" idx="5"/>
          </p:nvPr>
        </p:nvSpPr>
        <p:spPr/>
        <p:txBody>
          <a:bodyPr/>
          <a:lstStyle/>
          <a:p>
            <a:fld id="{5F818A67-DE81-4BE5-A09A-01BC8A96D5BB}" type="slidenum">
              <a:rPr lang="en-US" smtClean="0"/>
              <a:t>29</a:t>
            </a:fld>
            <a:endParaRPr lang="en-US"/>
          </a:p>
        </p:txBody>
      </p:sp>
    </p:spTree>
    <p:extLst>
      <p:ext uri="{BB962C8B-B14F-4D97-AF65-F5344CB8AC3E}">
        <p14:creationId xmlns:p14="http://schemas.microsoft.com/office/powerpoint/2010/main" val="25214640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D756C-4121-0C0D-9C54-D0E467BCB0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0CF22-D4BE-A897-A6BC-E96DAB555F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39279-5FCE-6776-6FF7-FDCB3504D1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38ACE7-A7B9-CAFC-01CC-115F33814613}"/>
              </a:ext>
            </a:extLst>
          </p:cNvPr>
          <p:cNvSpPr>
            <a:spLocks noGrp="1"/>
          </p:cNvSpPr>
          <p:nvPr>
            <p:ph type="sldNum" sz="quarter" idx="5"/>
          </p:nvPr>
        </p:nvSpPr>
        <p:spPr/>
        <p:txBody>
          <a:bodyPr/>
          <a:lstStyle/>
          <a:p>
            <a:fld id="{5F818A67-DE81-4BE5-A09A-01BC8A96D5BB}" type="slidenum">
              <a:rPr lang="en-US" smtClean="0"/>
              <a:t>30</a:t>
            </a:fld>
            <a:endParaRPr lang="en-US"/>
          </a:p>
        </p:txBody>
      </p:sp>
    </p:spTree>
    <p:extLst>
      <p:ext uri="{BB962C8B-B14F-4D97-AF65-F5344CB8AC3E}">
        <p14:creationId xmlns:p14="http://schemas.microsoft.com/office/powerpoint/2010/main" val="26464140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99A2B-3B04-B7E4-5397-5E2F65C71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5EA43-3CCF-CB9C-88FF-392EBFB406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A15578-5FA2-8D01-FA67-BC99056258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213F30-2B24-5569-CBC9-F420FEBED748}"/>
              </a:ext>
            </a:extLst>
          </p:cNvPr>
          <p:cNvSpPr>
            <a:spLocks noGrp="1"/>
          </p:cNvSpPr>
          <p:nvPr>
            <p:ph type="sldNum" sz="quarter" idx="5"/>
          </p:nvPr>
        </p:nvSpPr>
        <p:spPr/>
        <p:txBody>
          <a:bodyPr/>
          <a:lstStyle/>
          <a:p>
            <a:fld id="{5F818A67-DE81-4BE5-A09A-01BC8A96D5BB}" type="slidenum">
              <a:rPr lang="en-US" smtClean="0"/>
              <a:t>31</a:t>
            </a:fld>
            <a:endParaRPr lang="en-US"/>
          </a:p>
        </p:txBody>
      </p:sp>
    </p:spTree>
    <p:extLst>
      <p:ext uri="{BB962C8B-B14F-4D97-AF65-F5344CB8AC3E}">
        <p14:creationId xmlns:p14="http://schemas.microsoft.com/office/powerpoint/2010/main" val="4232545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B3DE5-4C31-02B4-6E07-A54D0AF0B1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2F7991-D065-5E1D-4AE1-825BD42BC3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402F1-A62B-FA7A-CC20-A3E7C4BA8A05}"/>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D763429-A326-F6B7-A4F0-51C78C1A4487}"/>
              </a:ext>
            </a:extLst>
          </p:cNvPr>
          <p:cNvSpPr>
            <a:spLocks noGrp="1"/>
          </p:cNvSpPr>
          <p:nvPr>
            <p:ph type="sldNum" sz="quarter" idx="5"/>
          </p:nvPr>
        </p:nvSpPr>
        <p:spPr/>
        <p:txBody>
          <a:bodyPr/>
          <a:lstStyle/>
          <a:p>
            <a:fld id="{5F818A67-DE81-4BE5-A09A-01BC8A96D5BB}" type="slidenum">
              <a:rPr lang="en-US" smtClean="0"/>
              <a:t>32</a:t>
            </a:fld>
            <a:endParaRPr lang="en-US"/>
          </a:p>
        </p:txBody>
      </p:sp>
    </p:spTree>
    <p:extLst>
      <p:ext uri="{BB962C8B-B14F-4D97-AF65-F5344CB8AC3E}">
        <p14:creationId xmlns:p14="http://schemas.microsoft.com/office/powerpoint/2010/main" val="40875908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5EFF8-EEB1-2AEC-8924-02890F419C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3D7E0-1B44-65D1-9771-47402D97B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F65E54-8320-A442-3816-E23799E2D31A}"/>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C4A3DF72-E094-9F5B-046F-7489F73AC093}"/>
              </a:ext>
            </a:extLst>
          </p:cNvPr>
          <p:cNvSpPr>
            <a:spLocks noGrp="1"/>
          </p:cNvSpPr>
          <p:nvPr>
            <p:ph type="sldNum" sz="quarter" idx="5"/>
          </p:nvPr>
        </p:nvSpPr>
        <p:spPr/>
        <p:txBody>
          <a:bodyPr/>
          <a:lstStyle/>
          <a:p>
            <a:fld id="{5F818A67-DE81-4BE5-A09A-01BC8A96D5BB}" type="slidenum">
              <a:rPr lang="en-US" smtClean="0"/>
              <a:t>33</a:t>
            </a:fld>
            <a:endParaRPr lang="en-US"/>
          </a:p>
        </p:txBody>
      </p:sp>
    </p:spTree>
    <p:extLst>
      <p:ext uri="{BB962C8B-B14F-4D97-AF65-F5344CB8AC3E}">
        <p14:creationId xmlns:p14="http://schemas.microsoft.com/office/powerpoint/2010/main" val="61615444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02BF7-4281-8CD0-21D6-EDF6DB89FD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6FB7A-959C-A514-C08F-841105A3BB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3898BF-C743-6293-1D7C-3EDEAA2D9E9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D095171-E0A4-A09E-FAC8-CB5343B2614B}"/>
              </a:ext>
            </a:extLst>
          </p:cNvPr>
          <p:cNvSpPr>
            <a:spLocks noGrp="1"/>
          </p:cNvSpPr>
          <p:nvPr>
            <p:ph type="sldNum" sz="quarter" idx="5"/>
          </p:nvPr>
        </p:nvSpPr>
        <p:spPr/>
        <p:txBody>
          <a:bodyPr/>
          <a:lstStyle/>
          <a:p>
            <a:fld id="{5F818A67-DE81-4BE5-A09A-01BC8A96D5BB}" type="slidenum">
              <a:rPr lang="en-US" smtClean="0"/>
              <a:t>34</a:t>
            </a:fld>
            <a:endParaRPr lang="en-US"/>
          </a:p>
        </p:txBody>
      </p:sp>
    </p:spTree>
    <p:extLst>
      <p:ext uri="{BB962C8B-B14F-4D97-AF65-F5344CB8AC3E}">
        <p14:creationId xmlns:p14="http://schemas.microsoft.com/office/powerpoint/2010/main" val="2767804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E7AE0-B06B-2BC9-5E9C-355A02F6E9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A1088-1F3D-58DF-E16C-C7BCB89350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84516C-A725-F466-C23A-C27809581BE6}"/>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82C9F7A-0735-C84D-78D5-97F361E48DF1}"/>
              </a:ext>
            </a:extLst>
          </p:cNvPr>
          <p:cNvSpPr>
            <a:spLocks noGrp="1"/>
          </p:cNvSpPr>
          <p:nvPr>
            <p:ph type="sldNum" sz="quarter" idx="5"/>
          </p:nvPr>
        </p:nvSpPr>
        <p:spPr/>
        <p:txBody>
          <a:bodyPr/>
          <a:lstStyle/>
          <a:p>
            <a:fld id="{5F818A67-DE81-4BE5-A09A-01BC8A96D5BB}" type="slidenum">
              <a:rPr lang="en-US" smtClean="0"/>
              <a:t>35</a:t>
            </a:fld>
            <a:endParaRPr lang="en-US"/>
          </a:p>
        </p:txBody>
      </p:sp>
    </p:spTree>
    <p:extLst>
      <p:ext uri="{BB962C8B-B14F-4D97-AF65-F5344CB8AC3E}">
        <p14:creationId xmlns:p14="http://schemas.microsoft.com/office/powerpoint/2010/main" val="72927267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DA0D2-1E9A-4A4C-D519-D934023AC9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7ED9D2-006A-57FC-1EF1-3685B2D86B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94F535-1C56-2B8E-6C5E-2845AE514A69}"/>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FCAC3126-475C-C607-F838-BB87004739C5}"/>
              </a:ext>
            </a:extLst>
          </p:cNvPr>
          <p:cNvSpPr>
            <a:spLocks noGrp="1"/>
          </p:cNvSpPr>
          <p:nvPr>
            <p:ph type="sldNum" sz="quarter" idx="5"/>
          </p:nvPr>
        </p:nvSpPr>
        <p:spPr/>
        <p:txBody>
          <a:bodyPr/>
          <a:lstStyle/>
          <a:p>
            <a:fld id="{5F818A67-DE81-4BE5-A09A-01BC8A96D5BB}" type="slidenum">
              <a:rPr lang="en-US" smtClean="0"/>
              <a:t>36</a:t>
            </a:fld>
            <a:endParaRPr lang="en-US"/>
          </a:p>
        </p:txBody>
      </p:sp>
    </p:spTree>
    <p:extLst>
      <p:ext uri="{BB962C8B-B14F-4D97-AF65-F5344CB8AC3E}">
        <p14:creationId xmlns:p14="http://schemas.microsoft.com/office/powerpoint/2010/main" val="18602935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F0098-9586-9B1D-9665-0D6E525CCF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9551D6-6E08-D156-110F-6A5CD19087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FDBF21-B114-A9DC-BC97-AC8149AD0A54}"/>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8D6232DB-3C38-7BDA-777B-765E8693BCF9}"/>
              </a:ext>
            </a:extLst>
          </p:cNvPr>
          <p:cNvSpPr>
            <a:spLocks noGrp="1"/>
          </p:cNvSpPr>
          <p:nvPr>
            <p:ph type="sldNum" sz="quarter" idx="5"/>
          </p:nvPr>
        </p:nvSpPr>
        <p:spPr/>
        <p:txBody>
          <a:bodyPr/>
          <a:lstStyle/>
          <a:p>
            <a:fld id="{5F818A67-DE81-4BE5-A09A-01BC8A96D5BB}" type="slidenum">
              <a:rPr lang="en-US" smtClean="0"/>
              <a:t>37</a:t>
            </a:fld>
            <a:endParaRPr lang="en-US"/>
          </a:p>
        </p:txBody>
      </p:sp>
    </p:spTree>
    <p:extLst>
      <p:ext uri="{BB962C8B-B14F-4D97-AF65-F5344CB8AC3E}">
        <p14:creationId xmlns:p14="http://schemas.microsoft.com/office/powerpoint/2010/main" val="27289576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D7046-D3CD-47D9-A5B4-D52323073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C6324-DF34-937E-B648-DA35A131F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E6AFD2-DEC6-5AFB-F344-B9678A5BC05E}"/>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68C30670-7AEE-6D2A-960B-72649B09E0B6}"/>
              </a:ext>
            </a:extLst>
          </p:cNvPr>
          <p:cNvSpPr>
            <a:spLocks noGrp="1"/>
          </p:cNvSpPr>
          <p:nvPr>
            <p:ph type="sldNum" sz="quarter" idx="5"/>
          </p:nvPr>
        </p:nvSpPr>
        <p:spPr/>
        <p:txBody>
          <a:bodyPr/>
          <a:lstStyle/>
          <a:p>
            <a:fld id="{5F818A67-DE81-4BE5-A09A-01BC8A96D5BB}" type="slidenum">
              <a:rPr lang="en-US" smtClean="0"/>
              <a:t>38</a:t>
            </a:fld>
            <a:endParaRPr lang="en-US"/>
          </a:p>
        </p:txBody>
      </p:sp>
    </p:spTree>
    <p:extLst>
      <p:ext uri="{BB962C8B-B14F-4D97-AF65-F5344CB8AC3E}">
        <p14:creationId xmlns:p14="http://schemas.microsoft.com/office/powerpoint/2010/main" val="122753620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E1233-7BB1-2657-9EDE-126A7CEE16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8F911-A082-D44F-4562-18666A28B6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029BD1-CF9D-47E1-26C3-2DDBCEE15E62}"/>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AA352B0-F324-5C77-EC24-8594AFEC6DD2}"/>
              </a:ext>
            </a:extLst>
          </p:cNvPr>
          <p:cNvSpPr>
            <a:spLocks noGrp="1"/>
          </p:cNvSpPr>
          <p:nvPr>
            <p:ph type="sldNum" sz="quarter" idx="5"/>
          </p:nvPr>
        </p:nvSpPr>
        <p:spPr/>
        <p:txBody>
          <a:bodyPr/>
          <a:lstStyle/>
          <a:p>
            <a:fld id="{5F818A67-DE81-4BE5-A09A-01BC8A96D5BB}" type="slidenum">
              <a:rPr lang="en-US" smtClean="0"/>
              <a:t>39</a:t>
            </a:fld>
            <a:endParaRPr lang="en-US"/>
          </a:p>
        </p:txBody>
      </p:sp>
    </p:spTree>
    <p:extLst>
      <p:ext uri="{BB962C8B-B14F-4D97-AF65-F5344CB8AC3E}">
        <p14:creationId xmlns:p14="http://schemas.microsoft.com/office/powerpoint/2010/main" val="2572142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32B29-3A79-BE8B-8354-A5203163FC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94DE2-1319-0047-FA49-1D039A180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D970EF-1E98-A1E0-2C09-722271AC14F9}"/>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5E9E69C-8EF4-6A7E-4C61-4A4B6B88A5DF}"/>
              </a:ext>
            </a:extLst>
          </p:cNvPr>
          <p:cNvSpPr>
            <a:spLocks noGrp="1"/>
          </p:cNvSpPr>
          <p:nvPr>
            <p:ph type="sldNum" sz="quarter" idx="5"/>
          </p:nvPr>
        </p:nvSpPr>
        <p:spPr/>
        <p:txBody>
          <a:bodyPr/>
          <a:lstStyle/>
          <a:p>
            <a:fld id="{5F818A67-DE81-4BE5-A09A-01BC8A96D5BB}" type="slidenum">
              <a:rPr lang="en-US" smtClean="0"/>
              <a:t>40</a:t>
            </a:fld>
            <a:endParaRPr lang="en-US"/>
          </a:p>
        </p:txBody>
      </p:sp>
    </p:spTree>
    <p:extLst>
      <p:ext uri="{BB962C8B-B14F-4D97-AF65-F5344CB8AC3E}">
        <p14:creationId xmlns:p14="http://schemas.microsoft.com/office/powerpoint/2010/main" val="7988879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CA1F7-7BC5-5E53-F8D9-85C9898CF3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7AB066-E185-957B-EBBE-06C926C67F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FA6086-5BBD-0EA0-371F-98288A31EAC7}"/>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8809E8E-B03B-1591-27BD-D4CCF9A71280}"/>
              </a:ext>
            </a:extLst>
          </p:cNvPr>
          <p:cNvSpPr>
            <a:spLocks noGrp="1"/>
          </p:cNvSpPr>
          <p:nvPr>
            <p:ph type="sldNum" sz="quarter" idx="5"/>
          </p:nvPr>
        </p:nvSpPr>
        <p:spPr/>
        <p:txBody>
          <a:bodyPr/>
          <a:lstStyle/>
          <a:p>
            <a:fld id="{5F818A67-DE81-4BE5-A09A-01BC8A96D5BB}" type="slidenum">
              <a:rPr lang="en-US" smtClean="0"/>
              <a:t>41</a:t>
            </a:fld>
            <a:endParaRPr lang="en-US"/>
          </a:p>
        </p:txBody>
      </p:sp>
    </p:spTree>
    <p:extLst>
      <p:ext uri="{BB962C8B-B14F-4D97-AF65-F5344CB8AC3E}">
        <p14:creationId xmlns:p14="http://schemas.microsoft.com/office/powerpoint/2010/main" val="32106489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7BFC5-9383-651E-9EAC-491E462B8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5550B-2265-3530-4E7F-D8B18B7FFB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AF302-D7E2-25CA-D5BF-2E71B05DF583}"/>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D9FF0D3F-37E7-193C-CD1B-DD2152118301}"/>
              </a:ext>
            </a:extLst>
          </p:cNvPr>
          <p:cNvSpPr>
            <a:spLocks noGrp="1"/>
          </p:cNvSpPr>
          <p:nvPr>
            <p:ph type="sldNum" sz="quarter" idx="5"/>
          </p:nvPr>
        </p:nvSpPr>
        <p:spPr/>
        <p:txBody>
          <a:bodyPr/>
          <a:lstStyle/>
          <a:p>
            <a:fld id="{5F818A67-DE81-4BE5-A09A-01BC8A96D5BB}" type="slidenum">
              <a:rPr lang="en-US" smtClean="0"/>
              <a:t>42</a:t>
            </a:fld>
            <a:endParaRPr lang="en-US"/>
          </a:p>
        </p:txBody>
      </p:sp>
    </p:spTree>
    <p:extLst>
      <p:ext uri="{BB962C8B-B14F-4D97-AF65-F5344CB8AC3E}">
        <p14:creationId xmlns:p14="http://schemas.microsoft.com/office/powerpoint/2010/main" val="1000170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25BD5-5181-7191-93A0-75D28CC9C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19E00-FA3B-D3BA-3AF1-BE14E380C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8BAFEC-D9CC-6CC1-FEDD-606148709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6B430-79B8-1918-C8EC-8D2F09BB2590}"/>
              </a:ext>
            </a:extLst>
          </p:cNvPr>
          <p:cNvSpPr>
            <a:spLocks noGrp="1"/>
          </p:cNvSpPr>
          <p:nvPr>
            <p:ph type="sldNum" sz="quarter" idx="5"/>
          </p:nvPr>
        </p:nvSpPr>
        <p:spPr/>
        <p:txBody>
          <a:bodyPr/>
          <a:lstStyle/>
          <a:p>
            <a:fld id="{5F818A67-DE81-4BE5-A09A-01BC8A96D5BB}" type="slidenum">
              <a:rPr lang="en-US" smtClean="0"/>
              <a:t>43</a:t>
            </a:fld>
            <a:endParaRPr lang="en-US"/>
          </a:p>
        </p:txBody>
      </p:sp>
    </p:spTree>
    <p:extLst>
      <p:ext uri="{BB962C8B-B14F-4D97-AF65-F5344CB8AC3E}">
        <p14:creationId xmlns:p14="http://schemas.microsoft.com/office/powerpoint/2010/main" val="392092065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6D20-D07A-ECCD-55C2-906EA4B58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1654A6-CA19-BF6B-2D43-359B01A90A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F41C2-C9F5-D4A0-F8F0-A491EA4E83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559A21-A49E-A6D7-9137-C2C8BD2E09D5}"/>
              </a:ext>
            </a:extLst>
          </p:cNvPr>
          <p:cNvSpPr>
            <a:spLocks noGrp="1"/>
          </p:cNvSpPr>
          <p:nvPr>
            <p:ph type="sldNum" sz="quarter" idx="5"/>
          </p:nvPr>
        </p:nvSpPr>
        <p:spPr/>
        <p:txBody>
          <a:bodyPr/>
          <a:lstStyle/>
          <a:p>
            <a:fld id="{5F818A67-DE81-4BE5-A09A-01BC8A96D5BB}" type="slidenum">
              <a:rPr lang="en-US" smtClean="0"/>
              <a:t>44</a:t>
            </a:fld>
            <a:endParaRPr lang="en-US"/>
          </a:p>
        </p:txBody>
      </p:sp>
    </p:spTree>
    <p:extLst>
      <p:ext uri="{BB962C8B-B14F-4D97-AF65-F5344CB8AC3E}">
        <p14:creationId xmlns:p14="http://schemas.microsoft.com/office/powerpoint/2010/main" val="28020974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B97BB-2BAC-970A-1E64-0558EB6581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6A0AF0-F23D-2DE0-5050-40E12148E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017FBB-E365-2EF7-15F4-D9F347134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8BC925-FE55-C71A-4D91-30044997BFFC}"/>
              </a:ext>
            </a:extLst>
          </p:cNvPr>
          <p:cNvSpPr>
            <a:spLocks noGrp="1"/>
          </p:cNvSpPr>
          <p:nvPr>
            <p:ph type="sldNum" sz="quarter" idx="5"/>
          </p:nvPr>
        </p:nvSpPr>
        <p:spPr/>
        <p:txBody>
          <a:bodyPr/>
          <a:lstStyle/>
          <a:p>
            <a:fld id="{5F818A67-DE81-4BE5-A09A-01BC8A96D5BB}" type="slidenum">
              <a:rPr lang="en-US" smtClean="0"/>
              <a:t>45</a:t>
            </a:fld>
            <a:endParaRPr lang="en-US"/>
          </a:p>
        </p:txBody>
      </p:sp>
    </p:spTree>
    <p:extLst>
      <p:ext uri="{BB962C8B-B14F-4D97-AF65-F5344CB8AC3E}">
        <p14:creationId xmlns:p14="http://schemas.microsoft.com/office/powerpoint/2010/main" val="32387000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3EEFA-6767-7DE5-73BC-9803AB66CE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C5C53-58E1-1827-3BAE-E9A6AF699D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2A0172-4E9B-6C32-1D1E-611F2DD26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C34E20-CF7A-9B56-F544-969BF5F68873}"/>
              </a:ext>
            </a:extLst>
          </p:cNvPr>
          <p:cNvSpPr>
            <a:spLocks noGrp="1"/>
          </p:cNvSpPr>
          <p:nvPr>
            <p:ph type="sldNum" sz="quarter" idx="5"/>
          </p:nvPr>
        </p:nvSpPr>
        <p:spPr/>
        <p:txBody>
          <a:bodyPr/>
          <a:lstStyle/>
          <a:p>
            <a:fld id="{5F818A67-DE81-4BE5-A09A-01BC8A96D5BB}" type="slidenum">
              <a:rPr lang="en-US" smtClean="0"/>
              <a:t>46</a:t>
            </a:fld>
            <a:endParaRPr lang="en-US"/>
          </a:p>
        </p:txBody>
      </p:sp>
    </p:spTree>
    <p:extLst>
      <p:ext uri="{BB962C8B-B14F-4D97-AF65-F5344CB8AC3E}">
        <p14:creationId xmlns:p14="http://schemas.microsoft.com/office/powerpoint/2010/main" val="6217111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74D0-D257-F9B9-CD0C-6765ECFE0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018C6-19A7-3481-D59B-8F42C06776B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9E05FD10-FB96-52C6-AA1E-F40F398D9E8D}"/>
              </a:ext>
            </a:extLst>
          </p:cNvPr>
          <p:cNvSpPr>
            <a:spLocks noGrp="1"/>
          </p:cNvSpPr>
          <p:nvPr>
            <p:ph type="sldNum" sz="quarter" idx="5"/>
          </p:nvPr>
        </p:nvSpPr>
        <p:spPr/>
        <p:txBody>
          <a:bodyPr/>
          <a:lstStyle/>
          <a:p>
            <a:fld id="{5F818A67-DE81-4BE5-A09A-01BC8A96D5BB}" type="slidenum">
              <a:rPr lang="en-US" smtClean="0"/>
              <a:t>48</a:t>
            </a:fld>
            <a:endParaRPr lang="en-US"/>
          </a:p>
        </p:txBody>
      </p:sp>
    </p:spTree>
    <p:extLst>
      <p:ext uri="{BB962C8B-B14F-4D97-AF65-F5344CB8AC3E}">
        <p14:creationId xmlns:p14="http://schemas.microsoft.com/office/powerpoint/2010/main" val="127378218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B26F-9AFE-5470-7D6D-5C520D4E6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B700E-64FC-BCF3-7CEF-E10B7DC1923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5C52AA24-08FB-A288-0023-EE5D0D847B97}"/>
              </a:ext>
            </a:extLst>
          </p:cNvPr>
          <p:cNvSpPr>
            <a:spLocks noGrp="1"/>
          </p:cNvSpPr>
          <p:nvPr>
            <p:ph type="sldNum" sz="quarter" idx="5"/>
          </p:nvPr>
        </p:nvSpPr>
        <p:spPr/>
        <p:txBody>
          <a:bodyPr/>
          <a:lstStyle/>
          <a:p>
            <a:fld id="{5F818A67-DE81-4BE5-A09A-01BC8A96D5BB}" type="slidenum">
              <a:rPr lang="en-US" smtClean="0"/>
              <a:t>49</a:t>
            </a:fld>
            <a:endParaRPr lang="en-US"/>
          </a:p>
        </p:txBody>
      </p:sp>
    </p:spTree>
    <p:extLst>
      <p:ext uri="{BB962C8B-B14F-4D97-AF65-F5344CB8AC3E}">
        <p14:creationId xmlns:p14="http://schemas.microsoft.com/office/powerpoint/2010/main" val="22220017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E9082-18D2-760F-B5FB-F7841F6C9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F3DC-FBFB-0F19-6340-541C26CD533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816F076-5CF3-E08F-551E-00D896E90A64}"/>
              </a:ext>
            </a:extLst>
          </p:cNvPr>
          <p:cNvSpPr>
            <a:spLocks noGrp="1"/>
          </p:cNvSpPr>
          <p:nvPr>
            <p:ph type="sldNum" sz="quarter" idx="5"/>
          </p:nvPr>
        </p:nvSpPr>
        <p:spPr/>
        <p:txBody>
          <a:bodyPr/>
          <a:lstStyle/>
          <a:p>
            <a:fld id="{5F818A67-DE81-4BE5-A09A-01BC8A96D5BB}" type="slidenum">
              <a:rPr lang="en-US" smtClean="0"/>
              <a:t>50</a:t>
            </a:fld>
            <a:endParaRPr lang="en-US"/>
          </a:p>
        </p:txBody>
      </p:sp>
    </p:spTree>
    <p:extLst>
      <p:ext uri="{BB962C8B-B14F-4D97-AF65-F5344CB8AC3E}">
        <p14:creationId xmlns:p14="http://schemas.microsoft.com/office/powerpoint/2010/main" val="357502824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8800-D2E8-3A8F-2BDB-EAF665260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4417F9-0B9C-78CA-8B69-CF13D96978E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5D8D06F-3DE4-5031-547A-23CC7852F764}"/>
              </a:ext>
            </a:extLst>
          </p:cNvPr>
          <p:cNvSpPr>
            <a:spLocks noGrp="1"/>
          </p:cNvSpPr>
          <p:nvPr>
            <p:ph type="sldNum" sz="quarter" idx="5"/>
          </p:nvPr>
        </p:nvSpPr>
        <p:spPr/>
        <p:txBody>
          <a:bodyPr/>
          <a:lstStyle/>
          <a:p>
            <a:fld id="{5F818A67-DE81-4BE5-A09A-01BC8A96D5BB}" type="slidenum">
              <a:rPr lang="en-US" smtClean="0"/>
              <a:t>51</a:t>
            </a:fld>
            <a:endParaRPr lang="en-US"/>
          </a:p>
        </p:txBody>
      </p:sp>
    </p:spTree>
    <p:extLst>
      <p:ext uri="{BB962C8B-B14F-4D97-AF65-F5344CB8AC3E}">
        <p14:creationId xmlns:p14="http://schemas.microsoft.com/office/powerpoint/2010/main" val="260976712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53</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54</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55</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56</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57</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58</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59</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60</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61</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63</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66</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67</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sv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231" Type="http://schemas.openxmlformats.org/officeDocument/2006/relationships/image" Target="NULL"/><Relationship Id="rId480" Type="http://schemas.openxmlformats.org/officeDocument/2006/relationships/customXml" Target="../ink/ink144.xml"/><Relationship Id="rId515" Type="http://schemas.openxmlformats.org/officeDocument/2006/relationships/customXml" Target="../ink/ink167.xml"/><Relationship Id="rId536" Type="http://schemas.openxmlformats.org/officeDocument/2006/relationships/customXml" Target="../ink/ink188.xml"/><Relationship Id="rId26" Type="http://schemas.openxmlformats.org/officeDocument/2006/relationships/image" Target="NUL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1.png"/><Relationship Id="rId9" Type="http://schemas.openxmlformats.org/officeDocument/2006/relationships/image" Target="NULL"/><Relationship Id="rId210" Type="http://schemas.openxmlformats.org/officeDocument/2006/relationships/customXml" Target="../ink/ink373.xml"/><Relationship Id="rId26" Type="http://schemas.openxmlformats.org/officeDocument/2006/relationships/customXml" Target="../ink/ink281.xml"/><Relationship Id="rId231" Type="http://schemas.openxmlformats.org/officeDocument/2006/relationships/image" Target="NULL"/><Relationship Id="rId252" Type="http://schemas.openxmlformats.org/officeDocument/2006/relationships/customXml" Target="../ink/ink394.xml"/><Relationship Id="rId273" Type="http://schemas.openxmlformats.org/officeDocument/2006/relationships/customXml" Target="../ink/ink414.xml"/><Relationship Id="rId294" Type="http://schemas.openxmlformats.org/officeDocument/2006/relationships/customXml" Target="../ink/ink435.xml"/><Relationship Id="rId308" Type="http://schemas.openxmlformats.org/officeDocument/2006/relationships/customXml" Target="../ink/ink449.xml"/><Relationship Id="rId329" Type="http://schemas.openxmlformats.org/officeDocument/2006/relationships/customXml" Target="../ink/ink470.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sv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8.png"/><Relationship Id="rId7" Type="http://schemas.openxmlformats.org/officeDocument/2006/relationships/image" Target="../media/image34.png"/><Relationship Id="rId12" Type="http://schemas.openxmlformats.org/officeDocument/2006/relationships/image" Target="../media/image3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6.png"/><Relationship Id="rId5" Type="http://schemas.openxmlformats.org/officeDocument/2006/relationships/image" Target="../media/image32.png"/><Relationship Id="rId10" Type="http://schemas.openxmlformats.org/officeDocument/2006/relationships/image" Target="../media/image30.png"/><Relationship Id="rId4" Type="http://schemas.openxmlformats.org/officeDocument/2006/relationships/image" Target="../media/image31.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png"/><Relationship Id="rId18" Type="http://schemas.openxmlformats.org/officeDocument/2006/relationships/image" Target="../media/image56.png"/><Relationship Id="rId3" Type="http://schemas.openxmlformats.org/officeDocument/2006/relationships/image" Target="../media/image40.png"/><Relationship Id="rId7" Type="http://schemas.openxmlformats.org/officeDocument/2006/relationships/image" Target="../media/image45.png"/><Relationship Id="rId12" Type="http://schemas.openxmlformats.org/officeDocument/2006/relationships/image" Target="../media/image50.png"/><Relationship Id="rId17" Type="http://schemas.openxmlformats.org/officeDocument/2006/relationships/image" Target="../media/image55.png"/><Relationship Id="rId2" Type="http://schemas.openxmlformats.org/officeDocument/2006/relationships/notesSlide" Target="../notesSlides/notesSlide4.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5" Type="http://schemas.openxmlformats.org/officeDocument/2006/relationships/image" Target="../media/image5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s>
</file>

<file path=ppt/slides/_rels/slide1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1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17" Type="http://schemas.openxmlformats.org/officeDocument/2006/relationships/image" Target="../media/image70.png"/><Relationship Id="rId2" Type="http://schemas.openxmlformats.org/officeDocument/2006/relationships/notesSlide" Target="../notesSlides/notesSlide5.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5" Type="http://schemas.openxmlformats.org/officeDocument/2006/relationships/image" Target="../media/image6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39.png"/></Relationships>
</file>

<file path=ppt/slides/_rels/slide13.xml.rels><?xml version="1.0" encoding="UTF-8" standalone="yes"?>
<Relationships xmlns="http://schemas.openxmlformats.org/package/2006/relationships"><Relationship Id="rId8" Type="http://schemas.openxmlformats.org/officeDocument/2006/relationships/image" Target="../media/image40.svg"/><Relationship Id="rId13" Type="http://schemas.openxmlformats.org/officeDocument/2006/relationships/image" Target="../media/image79.png"/><Relationship Id="rId18" Type="http://schemas.openxmlformats.org/officeDocument/2006/relationships/image" Target="../media/image86.png"/><Relationship Id="rId3" Type="http://schemas.openxmlformats.org/officeDocument/2006/relationships/image" Target="../media/image72.png"/><Relationship Id="rId7" Type="http://schemas.openxmlformats.org/officeDocument/2006/relationships/image" Target="../media/image39.svg"/><Relationship Id="rId12" Type="http://schemas.openxmlformats.org/officeDocument/2006/relationships/image" Target="../media/image78.png"/><Relationship Id="rId17" Type="http://schemas.openxmlformats.org/officeDocument/2006/relationships/image" Target="../media/image85.png"/><Relationship Id="rId2" Type="http://schemas.openxmlformats.org/officeDocument/2006/relationships/notesSlide" Target="../notesSlides/notesSlide6.xml"/><Relationship Id="rId16"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75.png"/><Relationship Id="rId11" Type="http://schemas.openxmlformats.org/officeDocument/2006/relationships/image" Target="../media/image77.png"/><Relationship Id="rId5" Type="http://schemas.openxmlformats.org/officeDocument/2006/relationships/image" Target="../media/image54.png"/><Relationship Id="rId15" Type="http://schemas.openxmlformats.org/officeDocument/2006/relationships/image" Target="../media/image83.png"/><Relationship Id="rId10"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68.png"/><Relationship Id="rId14" Type="http://schemas.openxmlformats.org/officeDocument/2006/relationships/image" Target="../media/image81.png"/></Relationships>
</file>

<file path=ppt/slides/_rels/slide14.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103.png"/><Relationship Id="rId3" Type="http://schemas.openxmlformats.org/officeDocument/2006/relationships/image" Target="../media/image93.png"/><Relationship Id="rId7" Type="http://schemas.openxmlformats.org/officeDocument/2006/relationships/image" Target="../media/image38.png"/><Relationship Id="rId12" Type="http://schemas.openxmlformats.org/officeDocument/2006/relationships/image" Target="../media/image102.png"/><Relationship Id="rId2" Type="http://schemas.openxmlformats.org/officeDocument/2006/relationships/image" Target="../media/image92.png"/><Relationship Id="rId1" Type="http://schemas.openxmlformats.org/officeDocument/2006/relationships/slideLayout" Target="../slideLayouts/slideLayout2.xml"/><Relationship Id="rId6" Type="http://schemas.openxmlformats.org/officeDocument/2006/relationships/image" Target="../media/image96.png"/><Relationship Id="rId11" Type="http://schemas.openxmlformats.org/officeDocument/2006/relationships/image" Target="../media/image101.png"/><Relationship Id="rId5" Type="http://schemas.openxmlformats.org/officeDocument/2006/relationships/image" Target="../media/image95.png"/><Relationship Id="rId15" Type="http://schemas.openxmlformats.org/officeDocument/2006/relationships/image" Target="../media/image105.png"/><Relationship Id="rId10" Type="http://schemas.openxmlformats.org/officeDocument/2006/relationships/image" Target="../media/image99.png"/><Relationship Id="rId4" Type="http://schemas.openxmlformats.org/officeDocument/2006/relationships/image" Target="../media/image87.png"/><Relationship Id="rId9" Type="http://schemas.openxmlformats.org/officeDocument/2006/relationships/image" Target="../media/image98.png"/><Relationship Id="rId14" Type="http://schemas.openxmlformats.org/officeDocument/2006/relationships/image" Target="../media/image104.png"/></Relationships>
</file>

<file path=ppt/slides/_rels/slide15.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114.png"/><Relationship Id="rId18" Type="http://schemas.openxmlformats.org/officeDocument/2006/relationships/image" Target="../media/image119.png"/><Relationship Id="rId3" Type="http://schemas.openxmlformats.org/officeDocument/2006/relationships/image" Target="../media/image871.png"/><Relationship Id="rId7" Type="http://schemas.openxmlformats.org/officeDocument/2006/relationships/image" Target="../media/image107.png"/><Relationship Id="rId12" Type="http://schemas.openxmlformats.org/officeDocument/2006/relationships/image" Target="../media/image113.png"/><Relationship Id="rId17" Type="http://schemas.openxmlformats.org/officeDocument/2006/relationships/image" Target="../media/image118.png"/><Relationship Id="rId2" Type="http://schemas.openxmlformats.org/officeDocument/2006/relationships/image" Target="../media/image88.png"/><Relationship Id="rId16"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106.png"/><Relationship Id="rId11" Type="http://schemas.openxmlformats.org/officeDocument/2006/relationships/image" Target="../media/image112.png"/><Relationship Id="rId5" Type="http://schemas.openxmlformats.org/officeDocument/2006/relationships/image" Target="../media/image89.png"/><Relationship Id="rId15" Type="http://schemas.openxmlformats.org/officeDocument/2006/relationships/image" Target="../media/image116.png"/><Relationship Id="rId10" Type="http://schemas.openxmlformats.org/officeDocument/2006/relationships/image" Target="../media/image111.png"/><Relationship Id="rId4" Type="http://schemas.openxmlformats.org/officeDocument/2006/relationships/image" Target="../media/image881.png"/><Relationship Id="rId9" Type="http://schemas.openxmlformats.org/officeDocument/2006/relationships/image" Target="../media/image109.png"/><Relationship Id="rId14" Type="http://schemas.openxmlformats.org/officeDocument/2006/relationships/image" Target="../media/image115.png"/></Relationships>
</file>

<file path=ppt/slides/_rels/slide16.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2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7.xml"/><Relationship Id="rId20" Type="http://schemas.openxmlformats.org/officeDocument/2006/relationships/image" Target="../media/image136.png"/><Relationship Id="rId29"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31" Type="http://schemas.openxmlformats.org/officeDocument/2006/relationships/image" Target="../media/image146.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 Id="rId30" Type="http://schemas.openxmlformats.org/officeDocument/2006/relationships/image" Target="../media/image117.png"/></Relationships>
</file>

<file path=ppt/slides/_rels/slide17.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0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2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8.xml"/><Relationship Id="rId16" Type="http://schemas.openxmlformats.org/officeDocument/2006/relationships/image" Target="../media/image1190.png"/><Relationship Id="rId20" Type="http://schemas.openxmlformats.org/officeDocument/2006/relationships/image" Target="../media/image124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10" Type="http://schemas.openxmlformats.org/officeDocument/2006/relationships/image" Target="../media/image1130.png"/><Relationship Id="rId19" Type="http://schemas.openxmlformats.org/officeDocument/2006/relationships/image" Target="../media/image123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21.png"/></Relationships>
</file>

<file path=ppt/slides/_rels/slide19.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9.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321.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60.png"/><Relationship Id="rId30" Type="http://schemas.openxmlformats.org/officeDocument/2006/relationships/image" Target="../media/image1390.png"/></Relationships>
</file>

<file path=ppt/slides/_rels/slide20.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33" Type="http://schemas.openxmlformats.org/officeDocument/2006/relationships/image" Target="../media/image1470.png"/><Relationship Id="rId2" Type="http://schemas.openxmlformats.org/officeDocument/2006/relationships/notesSlide" Target="../notesSlides/notesSlide10.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32" Type="http://schemas.openxmlformats.org/officeDocument/2006/relationships/image" Target="../media/image1460.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44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45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411.png"/><Relationship Id="rId22" Type="http://schemas.openxmlformats.org/officeDocument/2006/relationships/image" Target="../media/image1430.png"/><Relationship Id="rId27" Type="http://schemas.openxmlformats.org/officeDocument/2006/relationships/image" Target="../media/image1360.png"/><Relationship Id="rId30" Type="http://schemas.openxmlformats.org/officeDocument/2006/relationships/image" Target="../media/image1390.png"/><Relationship Id="rId8" Type="http://schemas.openxmlformats.org/officeDocument/2006/relationships/image" Target="../media/image1112.png"/></Relationships>
</file>

<file path=ppt/slides/_rels/slide21.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55.png"/><Relationship Id="rId3" Type="http://schemas.openxmlformats.org/officeDocument/2006/relationships/image" Target="../media/image1050.png"/><Relationship Id="rId21" Type="http://schemas.openxmlformats.org/officeDocument/2006/relationships/image" Target="../media/image1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54.png"/><Relationship Id="rId33" Type="http://schemas.openxmlformats.org/officeDocument/2006/relationships/image" Target="../media/image162.png"/><Relationship Id="rId2" Type="http://schemas.openxmlformats.org/officeDocument/2006/relationships/notesSlide" Target="../notesSlides/notesSlide11.xml"/><Relationship Id="rId16" Type="http://schemas.openxmlformats.org/officeDocument/2006/relationships/image" Target="../media/image1190.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53.png"/><Relationship Id="rId32" Type="http://schemas.openxmlformats.org/officeDocument/2006/relationships/image" Target="../media/image161.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130.png"/><Relationship Id="rId19" Type="http://schemas.openxmlformats.org/officeDocument/2006/relationships/image" Target="../media/image1480.png"/><Relationship Id="rId31" Type="http://schemas.openxmlformats.org/officeDocument/2006/relationships/image" Target="../media/image16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51.png"/><Relationship Id="rId27" Type="http://schemas.openxmlformats.org/officeDocument/2006/relationships/image" Target="../media/image156.png"/><Relationship Id="rId30" Type="http://schemas.openxmlformats.org/officeDocument/2006/relationships/image" Target="../media/image159.png"/><Relationship Id="rId8" Type="http://schemas.openxmlformats.org/officeDocument/2006/relationships/image" Target="../media/image1112.png"/></Relationships>
</file>

<file path=ppt/slides/_rels/slide22.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3"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7" Type="http://schemas.openxmlformats.org/officeDocument/2006/relationships/image" Target="../media/image164.png"/><Relationship Id="rId12" Type="http://schemas.openxmlformats.org/officeDocument/2006/relationships/image" Target="../media/image16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hyperlink" Target="https://enzyme.expasy.org/EC/6.2.1.3" TargetMode="External"/><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hyperlink" Target="https://enzyme.expasy.org/EC/2.3.1.16" TargetMode="External"/><Relationship Id="rId9" Type="http://schemas.openxmlformats.org/officeDocument/2006/relationships/image" Target="../media/image166.png"/><Relationship Id="rId14" Type="http://schemas.openxmlformats.org/officeDocument/2006/relationships/image" Target="../media/image171.png"/></Relationships>
</file>

<file path=ppt/slides/_rels/slide23.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3.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4.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73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14.xml"/><Relationship Id="rId20" Type="http://schemas.openxmlformats.org/officeDocument/2006/relationships/image" Target="../media/image136.png"/><Relationship Id="rId29" Type="http://schemas.openxmlformats.org/officeDocument/2006/relationships/image" Target="../media/image196.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s>
</file>

<file path=ppt/slides/_rels/slide25.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5.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28" Type="http://schemas.openxmlformats.org/officeDocument/2006/relationships/image" Target="../media/image197.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6.xml.rels><?xml version="1.0" encoding="UTF-8" standalone="yes"?>
<Relationships xmlns="http://schemas.openxmlformats.org/package/2006/relationships"><Relationship Id="rId8" Type="http://schemas.openxmlformats.org/officeDocument/2006/relationships/image" Target="../media/image175.png"/><Relationship Id="rId13" Type="http://schemas.openxmlformats.org/officeDocument/2006/relationships/image" Target="../media/image180.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98.png"/><Relationship Id="rId21" Type="http://schemas.openxmlformats.org/officeDocument/2006/relationships/image" Target="../media/image188.png"/><Relationship Id="rId7" Type="http://schemas.openxmlformats.org/officeDocument/2006/relationships/image" Target="../media/image174.png"/><Relationship Id="rId12" Type="http://schemas.openxmlformats.org/officeDocument/2006/relationships/image" Target="../media/image179.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16.xml"/><Relationship Id="rId16" Type="http://schemas.openxmlformats.org/officeDocument/2006/relationships/image" Target="../media/image183.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3.png"/><Relationship Id="rId11" Type="http://schemas.openxmlformats.org/officeDocument/2006/relationships/image" Target="../media/image178.png"/><Relationship Id="rId24" Type="http://schemas.openxmlformats.org/officeDocument/2006/relationships/image" Target="../media/image191.png"/><Relationship Id="rId5" Type="http://schemas.openxmlformats.org/officeDocument/2006/relationships/image" Target="../media/image148.png"/><Relationship Id="rId15" Type="http://schemas.openxmlformats.org/officeDocument/2006/relationships/image" Target="../media/image182.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7.png"/><Relationship Id="rId19" Type="http://schemas.openxmlformats.org/officeDocument/2006/relationships/image" Target="../media/image186.png"/><Relationship Id="rId4" Type="http://schemas.openxmlformats.org/officeDocument/2006/relationships/image" Target="../media/image147.png"/><Relationship Id="rId9" Type="http://schemas.openxmlformats.org/officeDocument/2006/relationships/image" Target="../media/image176.png"/><Relationship Id="rId14" Type="http://schemas.openxmlformats.org/officeDocument/2006/relationships/image" Target="../media/image181.png"/><Relationship Id="rId22" Type="http://schemas.openxmlformats.org/officeDocument/2006/relationships/image" Target="../media/image189.png"/><Relationship Id="rId27" Type="http://schemas.openxmlformats.org/officeDocument/2006/relationships/image" Target="../media/image194.png"/></Relationships>
</file>

<file path=ppt/slides/_rels/slide27.xml.rels><?xml version="1.0" encoding="UTF-8" standalone="yes"?>
<Relationships xmlns="http://schemas.openxmlformats.org/package/2006/relationships"><Relationship Id="rId8" Type="http://schemas.openxmlformats.org/officeDocument/2006/relationships/image" Target="../media/image229.png"/><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3" Type="http://schemas.openxmlformats.org/officeDocument/2006/relationships/image" Target="../media/image224.png"/><Relationship Id="rId21" Type="http://schemas.openxmlformats.org/officeDocument/2006/relationships/image" Target="../media/image242.png"/><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2" Type="http://schemas.openxmlformats.org/officeDocument/2006/relationships/notesSlide" Target="../notesSlides/notesSlide17.xml"/><Relationship Id="rId16" Type="http://schemas.openxmlformats.org/officeDocument/2006/relationships/image" Target="../media/image237.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image" Target="../media/image199.svg"/><Relationship Id="rId10" Type="http://schemas.openxmlformats.org/officeDocument/2006/relationships/image" Target="../media/image231.png"/><Relationship Id="rId19" Type="http://schemas.openxmlformats.org/officeDocument/2006/relationships/image" Target="../media/image240.png"/><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s>
</file>

<file path=ppt/slides/_rels/slide28.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3" Type="http://schemas.openxmlformats.org/officeDocument/2006/relationships/image" Target="../media/image199.svg"/><Relationship Id="rId7" Type="http://schemas.openxmlformats.org/officeDocument/2006/relationships/image" Target="../media/image203.png"/><Relationship Id="rId12" Type="http://schemas.openxmlformats.org/officeDocument/2006/relationships/image" Target="../media/image208.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5" Type="http://schemas.openxmlformats.org/officeDocument/2006/relationships/image" Target="../media/image201.png"/><Relationship Id="rId10" Type="http://schemas.openxmlformats.org/officeDocument/2006/relationships/image" Target="../media/image206.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s>
</file>

<file path=ppt/slides/_rels/slide29.xml.rels><?xml version="1.0" encoding="UTF-8" standalone="yes"?>
<Relationships xmlns="http://schemas.openxmlformats.org/package/2006/relationships"><Relationship Id="rId8" Type="http://schemas.openxmlformats.org/officeDocument/2006/relationships/image" Target="../media/image2040.png"/><Relationship Id="rId13" Type="http://schemas.openxmlformats.org/officeDocument/2006/relationships/image" Target="../media/image2090.png"/><Relationship Id="rId18" Type="http://schemas.openxmlformats.org/officeDocument/2006/relationships/image" Target="../media/image2240.png"/><Relationship Id="rId26" Type="http://schemas.openxmlformats.org/officeDocument/2006/relationships/image" Target="../media/image2310.png"/><Relationship Id="rId3" Type="http://schemas.openxmlformats.org/officeDocument/2006/relationships/image" Target="../media/image199.png"/><Relationship Id="rId21" Type="http://schemas.openxmlformats.org/officeDocument/2006/relationships/image" Target="../media/image2270.png"/><Relationship Id="rId7" Type="http://schemas.openxmlformats.org/officeDocument/2006/relationships/image" Target="../media/image2030.png"/><Relationship Id="rId12" Type="http://schemas.openxmlformats.org/officeDocument/2006/relationships/image" Target="../media/image2080.png"/><Relationship Id="rId17" Type="http://schemas.openxmlformats.org/officeDocument/2006/relationships/image" Target="../media/image213.png"/><Relationship Id="rId25" Type="http://schemas.openxmlformats.org/officeDocument/2006/relationships/image" Target="../media/image2301.png"/><Relationship Id="rId2" Type="http://schemas.openxmlformats.org/officeDocument/2006/relationships/notesSlide" Target="../notesSlides/notesSlide19.xml"/><Relationship Id="rId16" Type="http://schemas.openxmlformats.org/officeDocument/2006/relationships/image" Target="../media/image212.png"/><Relationship Id="rId20" Type="http://schemas.openxmlformats.org/officeDocument/2006/relationships/image" Target="../media/image2260.png"/><Relationship Id="rId1" Type="http://schemas.openxmlformats.org/officeDocument/2006/relationships/slideLayout" Target="../slideLayouts/slideLayout2.xml"/><Relationship Id="rId6" Type="http://schemas.openxmlformats.org/officeDocument/2006/relationships/image" Target="../media/image2020.png"/><Relationship Id="rId11" Type="http://schemas.openxmlformats.org/officeDocument/2006/relationships/image" Target="../media/image2070.png"/><Relationship Id="rId24" Type="http://schemas.openxmlformats.org/officeDocument/2006/relationships/image" Target="../media/image2290.png"/><Relationship Id="rId5" Type="http://schemas.openxmlformats.org/officeDocument/2006/relationships/image" Target="../media/image2010.png"/><Relationship Id="rId15" Type="http://schemas.openxmlformats.org/officeDocument/2006/relationships/image" Target="../media/image211.png"/><Relationship Id="rId23" Type="http://schemas.openxmlformats.org/officeDocument/2006/relationships/image" Target="../media/image2280.png"/><Relationship Id="rId28" Type="http://schemas.openxmlformats.org/officeDocument/2006/relationships/image" Target="../media/image214.png"/><Relationship Id="rId10" Type="http://schemas.openxmlformats.org/officeDocument/2006/relationships/image" Target="../media/image2060.png"/><Relationship Id="rId19" Type="http://schemas.openxmlformats.org/officeDocument/2006/relationships/image" Target="../media/image2250.png"/><Relationship Id="rId4" Type="http://schemas.openxmlformats.org/officeDocument/2006/relationships/image" Target="../media/image2002.png"/><Relationship Id="rId9" Type="http://schemas.openxmlformats.org/officeDocument/2006/relationships/image" Target="../media/image2050.png"/><Relationship Id="rId14" Type="http://schemas.openxmlformats.org/officeDocument/2006/relationships/image" Target="../media/image2100.png"/><Relationship Id="rId22" Type="http://schemas.openxmlformats.org/officeDocument/2006/relationships/image" Target="../media/image218.png"/><Relationship Id="rId27" Type="http://schemas.openxmlformats.org/officeDocument/2006/relationships/image" Target="../media/image2320.png"/></Relationships>
</file>

<file path=ppt/slides/_rels/slide30.xml.rels><?xml version="1.0" encoding="UTF-8" standalone="yes"?>
<Relationships xmlns="http://schemas.openxmlformats.org/package/2006/relationships"><Relationship Id="rId8" Type="http://schemas.openxmlformats.org/officeDocument/2006/relationships/image" Target="../media/image2040.png"/><Relationship Id="rId13" Type="http://schemas.openxmlformats.org/officeDocument/2006/relationships/image" Target="../media/image2090.png"/><Relationship Id="rId18" Type="http://schemas.openxmlformats.org/officeDocument/2006/relationships/image" Target="../media/image2140.png"/><Relationship Id="rId26" Type="http://schemas.openxmlformats.org/officeDocument/2006/relationships/image" Target="../media/image222.png"/><Relationship Id="rId3" Type="http://schemas.openxmlformats.org/officeDocument/2006/relationships/image" Target="../media/image199.png"/><Relationship Id="rId21" Type="http://schemas.openxmlformats.org/officeDocument/2006/relationships/image" Target="../media/image217.png"/><Relationship Id="rId7" Type="http://schemas.openxmlformats.org/officeDocument/2006/relationships/image" Target="../media/image2030.png"/><Relationship Id="rId12" Type="http://schemas.openxmlformats.org/officeDocument/2006/relationships/image" Target="../media/image2080.png"/><Relationship Id="rId17" Type="http://schemas.openxmlformats.org/officeDocument/2006/relationships/image" Target="../media/image213.png"/><Relationship Id="rId25" Type="http://schemas.openxmlformats.org/officeDocument/2006/relationships/image" Target="../media/image221.png"/><Relationship Id="rId2" Type="http://schemas.openxmlformats.org/officeDocument/2006/relationships/notesSlide" Target="../notesSlides/notesSlide20.xml"/><Relationship Id="rId16" Type="http://schemas.openxmlformats.org/officeDocument/2006/relationships/image" Target="../media/image212.png"/><Relationship Id="rId20" Type="http://schemas.openxmlformats.org/officeDocument/2006/relationships/image" Target="../media/image216.png"/><Relationship Id="rId1" Type="http://schemas.openxmlformats.org/officeDocument/2006/relationships/slideLayout" Target="../slideLayouts/slideLayout2.xml"/><Relationship Id="rId6" Type="http://schemas.openxmlformats.org/officeDocument/2006/relationships/image" Target="../media/image2020.png"/><Relationship Id="rId11" Type="http://schemas.openxmlformats.org/officeDocument/2006/relationships/image" Target="../media/image2070.png"/><Relationship Id="rId24" Type="http://schemas.openxmlformats.org/officeDocument/2006/relationships/image" Target="../media/image220.png"/><Relationship Id="rId5" Type="http://schemas.openxmlformats.org/officeDocument/2006/relationships/image" Target="../media/image2010.png"/><Relationship Id="rId15" Type="http://schemas.openxmlformats.org/officeDocument/2006/relationships/image" Target="../media/image211.png"/><Relationship Id="rId23" Type="http://schemas.openxmlformats.org/officeDocument/2006/relationships/image" Target="../media/image219.png"/><Relationship Id="rId10" Type="http://schemas.openxmlformats.org/officeDocument/2006/relationships/image" Target="../media/image2060.png"/><Relationship Id="rId19" Type="http://schemas.openxmlformats.org/officeDocument/2006/relationships/image" Target="../media/image215.png"/><Relationship Id="rId4" Type="http://schemas.openxmlformats.org/officeDocument/2006/relationships/image" Target="../media/image2002.png"/><Relationship Id="rId9" Type="http://schemas.openxmlformats.org/officeDocument/2006/relationships/image" Target="../media/image2050.png"/><Relationship Id="rId14" Type="http://schemas.openxmlformats.org/officeDocument/2006/relationships/image" Target="../media/image2100.png"/><Relationship Id="rId22" Type="http://schemas.openxmlformats.org/officeDocument/2006/relationships/image" Target="../media/image218.png"/><Relationship Id="rId27" Type="http://schemas.openxmlformats.org/officeDocument/2006/relationships/image" Target="../media/image223.png"/></Relationships>
</file>

<file path=ppt/slides/_rels/slide31.xml.rels><?xml version="1.0" encoding="UTF-8" standalone="yes"?>
<Relationships xmlns="http://schemas.openxmlformats.org/package/2006/relationships"><Relationship Id="rId13" Type="http://schemas.openxmlformats.org/officeDocument/2006/relationships/image" Target="../media/image259.png"/><Relationship Id="rId18" Type="http://schemas.openxmlformats.org/officeDocument/2006/relationships/image" Target="../media/image264.png"/><Relationship Id="rId26" Type="http://schemas.openxmlformats.org/officeDocument/2006/relationships/image" Target="../media/image272.png"/><Relationship Id="rId21" Type="http://schemas.openxmlformats.org/officeDocument/2006/relationships/image" Target="../media/image267.png"/><Relationship Id="rId34" Type="http://schemas.openxmlformats.org/officeDocument/2006/relationships/hyperlink" Target="https://www.uniprot.org/uniprotkb/P32288/entry#structure" TargetMode="External"/><Relationship Id="rId7" Type="http://schemas.openxmlformats.org/officeDocument/2006/relationships/image" Target="../media/image253.png"/><Relationship Id="rId12" Type="http://schemas.openxmlformats.org/officeDocument/2006/relationships/image" Target="../media/image258.png"/><Relationship Id="rId17" Type="http://schemas.openxmlformats.org/officeDocument/2006/relationships/image" Target="../media/image263.png"/><Relationship Id="rId25" Type="http://schemas.openxmlformats.org/officeDocument/2006/relationships/image" Target="../media/image271.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21.xml"/><Relationship Id="rId16" Type="http://schemas.openxmlformats.org/officeDocument/2006/relationships/image" Target="../media/image262.png"/><Relationship Id="rId20" Type="http://schemas.openxmlformats.org/officeDocument/2006/relationships/image" Target="../media/image266.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52.png"/><Relationship Id="rId11" Type="http://schemas.openxmlformats.org/officeDocument/2006/relationships/image" Target="../media/image257.png"/><Relationship Id="rId24" Type="http://schemas.openxmlformats.org/officeDocument/2006/relationships/image" Target="../media/image270.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7938/entry#structure" TargetMode="External"/><Relationship Id="rId5" Type="http://schemas.openxmlformats.org/officeDocument/2006/relationships/image" Target="../media/image251.png"/><Relationship Id="rId15" Type="http://schemas.openxmlformats.org/officeDocument/2006/relationships/image" Target="../media/image261.png"/><Relationship Id="rId23" Type="http://schemas.openxmlformats.org/officeDocument/2006/relationships/image" Target="../media/image269.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56.png"/><Relationship Id="rId19" Type="http://schemas.openxmlformats.org/officeDocument/2006/relationships/image" Target="../media/image265.png"/><Relationship Id="rId31" Type="http://schemas.openxmlformats.org/officeDocument/2006/relationships/hyperlink" Target="https://www.uniprot.org/uniprotkb/P23542/entry#structure" TargetMode="External"/><Relationship Id="rId4" Type="http://schemas.openxmlformats.org/officeDocument/2006/relationships/image" Target="../media/image250.png"/><Relationship Id="rId9" Type="http://schemas.openxmlformats.org/officeDocument/2006/relationships/image" Target="../media/image255.png"/><Relationship Id="rId14" Type="http://schemas.openxmlformats.org/officeDocument/2006/relationships/image" Target="../media/image260.png"/><Relationship Id="rId22" Type="http://schemas.openxmlformats.org/officeDocument/2006/relationships/image" Target="../media/image268.png"/><Relationship Id="rId27" Type="http://schemas.openxmlformats.org/officeDocument/2006/relationships/image" Target="../media/image273.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54.png"/><Relationship Id="rId3" Type="http://schemas.openxmlformats.org/officeDocument/2006/relationships/image" Target="../media/image249.png"/></Relationships>
</file>

<file path=ppt/slides/_rels/slide32.xml.rels><?xml version="1.0" encoding="UTF-8" standalone="yes"?>
<Relationships xmlns="http://schemas.openxmlformats.org/package/2006/relationships"><Relationship Id="rId8" Type="http://schemas.openxmlformats.org/officeDocument/2006/relationships/image" Target="../media/image278.png"/><Relationship Id="rId13" Type="http://schemas.openxmlformats.org/officeDocument/2006/relationships/image" Target="../media/image283.png"/><Relationship Id="rId18" Type="http://schemas.openxmlformats.org/officeDocument/2006/relationships/image" Target="../media/image288.png"/><Relationship Id="rId26" Type="http://schemas.openxmlformats.org/officeDocument/2006/relationships/image" Target="../media/image296.png"/><Relationship Id="rId3" Type="http://schemas.openxmlformats.org/officeDocument/2006/relationships/image" Target="../media/image200.png"/><Relationship Id="rId21" Type="http://schemas.openxmlformats.org/officeDocument/2006/relationships/image" Target="../media/image291.png"/><Relationship Id="rId7" Type="http://schemas.openxmlformats.org/officeDocument/2006/relationships/image" Target="../media/image277.png"/><Relationship Id="rId12" Type="http://schemas.openxmlformats.org/officeDocument/2006/relationships/image" Target="../media/image282.png"/><Relationship Id="rId17" Type="http://schemas.openxmlformats.org/officeDocument/2006/relationships/image" Target="../media/image287.png"/><Relationship Id="rId25" Type="http://schemas.openxmlformats.org/officeDocument/2006/relationships/image" Target="../media/image295.png"/><Relationship Id="rId2" Type="http://schemas.openxmlformats.org/officeDocument/2006/relationships/notesSlide" Target="../notesSlides/notesSlide22.xml"/><Relationship Id="rId16" Type="http://schemas.openxmlformats.org/officeDocument/2006/relationships/image" Target="../media/image286.png"/><Relationship Id="rId20" Type="http://schemas.openxmlformats.org/officeDocument/2006/relationships/image" Target="../media/image290.png"/><Relationship Id="rId29" Type="http://schemas.openxmlformats.org/officeDocument/2006/relationships/image" Target="../media/image299.png"/><Relationship Id="rId1" Type="http://schemas.openxmlformats.org/officeDocument/2006/relationships/slideLayout" Target="../slideLayouts/slideLayout2.xml"/><Relationship Id="rId6" Type="http://schemas.openxmlformats.org/officeDocument/2006/relationships/image" Target="../media/image276.png"/><Relationship Id="rId11" Type="http://schemas.openxmlformats.org/officeDocument/2006/relationships/image" Target="../media/image281.png"/><Relationship Id="rId24" Type="http://schemas.openxmlformats.org/officeDocument/2006/relationships/image" Target="../media/image294.png"/><Relationship Id="rId5" Type="http://schemas.openxmlformats.org/officeDocument/2006/relationships/image" Target="../media/image275.png"/><Relationship Id="rId15" Type="http://schemas.openxmlformats.org/officeDocument/2006/relationships/image" Target="../media/image285.png"/><Relationship Id="rId23" Type="http://schemas.openxmlformats.org/officeDocument/2006/relationships/image" Target="../media/image293.png"/><Relationship Id="rId28" Type="http://schemas.openxmlformats.org/officeDocument/2006/relationships/image" Target="../media/image298.png"/><Relationship Id="rId10" Type="http://schemas.openxmlformats.org/officeDocument/2006/relationships/image" Target="../media/image280.png"/><Relationship Id="rId19" Type="http://schemas.openxmlformats.org/officeDocument/2006/relationships/image" Target="../media/image289.png"/><Relationship Id="rId4" Type="http://schemas.openxmlformats.org/officeDocument/2006/relationships/image" Target="../media/image274.png"/><Relationship Id="rId9" Type="http://schemas.openxmlformats.org/officeDocument/2006/relationships/image" Target="../media/image279.png"/><Relationship Id="rId14" Type="http://schemas.openxmlformats.org/officeDocument/2006/relationships/image" Target="../media/image284.png"/><Relationship Id="rId22" Type="http://schemas.openxmlformats.org/officeDocument/2006/relationships/image" Target="../media/image292.png"/><Relationship Id="rId27" Type="http://schemas.openxmlformats.org/officeDocument/2006/relationships/image" Target="../media/image297.png"/><Relationship Id="rId30" Type="http://schemas.openxmlformats.org/officeDocument/2006/relationships/image" Target="../media/image300.png"/></Relationships>
</file>

<file path=ppt/slides/_rels/slide33.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23.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6685/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structure" TargetMode="External"/><Relationship Id="rId36" Type="http://schemas.openxmlformats.org/officeDocument/2006/relationships/hyperlink" Target="https://www.uniprot.org/uniprotkb/P36001/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23542/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P32477/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4.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3" Type="http://schemas.openxmlformats.org/officeDocument/2006/relationships/image" Target="../media/image203.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24.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770.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31" Type="http://schemas.openxmlformats.org/officeDocument/2006/relationships/image" Target="../media/image301.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780.png"/></Relationships>
</file>

<file path=ppt/slides/_rels/slide35.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25.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P27514/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structure" TargetMode="External"/><Relationship Id="rId36" Type="http://schemas.openxmlformats.org/officeDocument/2006/relationships/hyperlink" Target="https://www.uniprot.org/uniprotkb/P36001/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23542/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P32477/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6.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26.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770.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31" Type="http://schemas.openxmlformats.org/officeDocument/2006/relationships/image" Target="../media/image301.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780.png"/></Relationships>
</file>

<file path=ppt/slides/_rels/slide37.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27.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Q99321/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12494/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6685/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8.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3" Type="http://schemas.openxmlformats.org/officeDocument/2006/relationships/image" Target="../media/image302.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28.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801.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31" Type="http://schemas.openxmlformats.org/officeDocument/2006/relationships/image" Target="../media/image303.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811.png"/></Relationships>
</file>

<file path=ppt/slides/_rels/slide39.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29.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P36973/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05788/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7938/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40.xml.rels><?xml version="1.0" encoding="UTF-8" standalone="yes"?>
<Relationships xmlns="http://schemas.openxmlformats.org/package/2006/relationships"><Relationship Id="rId8" Type="http://schemas.openxmlformats.org/officeDocument/2006/relationships/image" Target="../media/image2570.png"/><Relationship Id="rId13" Type="http://schemas.openxmlformats.org/officeDocument/2006/relationships/image" Target="../media/image2621.png"/><Relationship Id="rId18" Type="http://schemas.openxmlformats.org/officeDocument/2006/relationships/image" Target="../media/image2670.png"/><Relationship Id="rId26" Type="http://schemas.openxmlformats.org/officeDocument/2006/relationships/image" Target="../media/image2750.png"/><Relationship Id="rId3" Type="http://schemas.openxmlformats.org/officeDocument/2006/relationships/image" Target="../media/image2521.png"/><Relationship Id="rId21" Type="http://schemas.openxmlformats.org/officeDocument/2006/relationships/image" Target="../media/image2701.png"/><Relationship Id="rId7" Type="http://schemas.openxmlformats.org/officeDocument/2006/relationships/image" Target="../media/image2560.png"/><Relationship Id="rId12" Type="http://schemas.openxmlformats.org/officeDocument/2006/relationships/image" Target="../media/image2611.png"/><Relationship Id="rId17" Type="http://schemas.openxmlformats.org/officeDocument/2006/relationships/image" Target="../media/image2660.png"/><Relationship Id="rId25" Type="http://schemas.openxmlformats.org/officeDocument/2006/relationships/image" Target="../media/image2740.png"/><Relationship Id="rId2" Type="http://schemas.openxmlformats.org/officeDocument/2006/relationships/notesSlide" Target="../notesSlides/notesSlide30.xml"/><Relationship Id="rId16" Type="http://schemas.openxmlformats.org/officeDocument/2006/relationships/image" Target="../media/image2650.png"/><Relationship Id="rId20" Type="http://schemas.openxmlformats.org/officeDocument/2006/relationships/image" Target="../media/image2690.png"/><Relationship Id="rId1" Type="http://schemas.openxmlformats.org/officeDocument/2006/relationships/slideLayout" Target="../slideLayouts/slideLayout2.xml"/><Relationship Id="rId6" Type="http://schemas.openxmlformats.org/officeDocument/2006/relationships/image" Target="../media/image2550.png"/><Relationship Id="rId11" Type="http://schemas.openxmlformats.org/officeDocument/2006/relationships/image" Target="../media/image2601.png"/><Relationship Id="rId24" Type="http://schemas.openxmlformats.org/officeDocument/2006/relationships/image" Target="../media/image2730.png"/><Relationship Id="rId5" Type="http://schemas.openxmlformats.org/officeDocument/2006/relationships/image" Target="../media/image2540.png"/><Relationship Id="rId15" Type="http://schemas.openxmlformats.org/officeDocument/2006/relationships/image" Target="../media/image2640.png"/><Relationship Id="rId23" Type="http://schemas.openxmlformats.org/officeDocument/2006/relationships/image" Target="../media/image2721.png"/><Relationship Id="rId10" Type="http://schemas.openxmlformats.org/officeDocument/2006/relationships/image" Target="../media/image2590.png"/><Relationship Id="rId19" Type="http://schemas.openxmlformats.org/officeDocument/2006/relationships/image" Target="../media/image2680.png"/><Relationship Id="rId4" Type="http://schemas.openxmlformats.org/officeDocument/2006/relationships/image" Target="../media/image2530.png"/><Relationship Id="rId9" Type="http://schemas.openxmlformats.org/officeDocument/2006/relationships/image" Target="../media/image2580.png"/><Relationship Id="rId14" Type="http://schemas.openxmlformats.org/officeDocument/2006/relationships/image" Target="../media/image2631.png"/><Relationship Id="rId22" Type="http://schemas.openxmlformats.org/officeDocument/2006/relationships/image" Target="../media/image2711.png"/><Relationship Id="rId27" Type="http://schemas.openxmlformats.org/officeDocument/2006/relationships/image" Target="../media/image2760.png"/></Relationships>
</file>

<file path=ppt/slides/_rels/slide41.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Q05016/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07347/entry#structure" TargetMode="External"/><Relationship Id="rId2" Type="http://schemas.openxmlformats.org/officeDocument/2006/relationships/notesSlide" Target="../notesSlides/notesSlide31.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P38113/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07149/entry#structure" TargetMode="External"/><Relationship Id="rId37" Type="http://schemas.openxmlformats.org/officeDocument/2006/relationships/hyperlink" Target="https://www.uniprot.org/uniprotkb/P53630/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54115/entry#structure" TargetMode="External"/><Relationship Id="rId36" Type="http://schemas.openxmlformats.org/officeDocument/2006/relationships/hyperlink" Target="https://www.uniprot.org/uniprotkb/P41939/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53296/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Q01574/entry#structure" TargetMode="External"/><Relationship Id="rId35" Type="http://schemas.openxmlformats.org/officeDocument/2006/relationships/hyperlink" Target="https://www.uniprot.org/uniprotkb/P53199/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42.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3" Type="http://schemas.openxmlformats.org/officeDocument/2006/relationships/image" Target="../media/image207.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32.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830.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31" Type="http://schemas.openxmlformats.org/officeDocument/2006/relationships/image" Target="../media/image304.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840.png"/></Relationships>
</file>

<file path=ppt/slides/_rels/slide43.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47.png"/><Relationship Id="rId21" Type="http://schemas.openxmlformats.org/officeDocument/2006/relationships/image" Target="../media/image188.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33.xml"/><Relationship Id="rId16" Type="http://schemas.openxmlformats.org/officeDocument/2006/relationships/image" Target="../media/image94.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1.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8.png"/><Relationship Id="rId19" Type="http://schemas.openxmlformats.org/officeDocument/2006/relationships/image" Target="../media/image186.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89.png"/><Relationship Id="rId27" Type="http://schemas.openxmlformats.org/officeDocument/2006/relationships/image" Target="../media/image194.png"/></Relationships>
</file>

<file path=ppt/slides/_rels/slide44.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34.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305.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5.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35.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306.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6.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36.xml"/><Relationship Id="rId16" Type="http://schemas.openxmlformats.org/officeDocument/2006/relationships/image" Target="../media/image1881.png"/><Relationship Id="rId20" Type="http://schemas.openxmlformats.org/officeDocument/2006/relationships/image" Target="../media/image1920.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image" Target="../media/image1740.png"/><Relationship Id="rId3" Type="http://schemas.openxmlformats.org/officeDocument/2006/relationships/image" Target="../media/image29.png"/><Relationship Id="rId7" Type="http://schemas.openxmlformats.org/officeDocument/2006/relationships/image" Target="../media/image1730.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1770.png"/><Relationship Id="rId5" Type="http://schemas.openxmlformats.org/officeDocument/2006/relationships/image" Target="../media/image36.png"/><Relationship Id="rId10" Type="http://schemas.openxmlformats.org/officeDocument/2006/relationships/image" Target="../media/image1760.png"/><Relationship Id="rId4" Type="http://schemas.openxmlformats.org/officeDocument/2006/relationships/image" Target="../media/image30.png"/><Relationship Id="rId9" Type="http://schemas.openxmlformats.org/officeDocument/2006/relationships/image" Target="../media/image1750.png"/></Relationships>
</file>

<file path=ppt/slides/_rels/slide49.xml.rels><?xml version="1.0" encoding="UTF-8" standalone="yes"?>
<Relationships xmlns="http://schemas.openxmlformats.org/package/2006/relationships"><Relationship Id="rId8" Type="http://schemas.openxmlformats.org/officeDocument/2006/relationships/image" Target="../media/image1820.png"/><Relationship Id="rId3" Type="http://schemas.openxmlformats.org/officeDocument/2006/relationships/image" Target="../media/image307.jpeg"/><Relationship Id="rId7" Type="http://schemas.openxmlformats.org/officeDocument/2006/relationships/image" Target="../media/image1810.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1801.png"/><Relationship Id="rId5" Type="http://schemas.openxmlformats.org/officeDocument/2006/relationships/image" Target="../media/image308.png"/><Relationship Id="rId10" Type="http://schemas.openxmlformats.org/officeDocument/2006/relationships/image" Target="../media/image184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0.png"/></Relationships>
</file>

<file path=ppt/slides/_rels/slide50.xml.rels><?xml version="1.0" encoding="UTF-8" standalone="yes"?>
<Relationships xmlns="http://schemas.openxmlformats.org/package/2006/relationships"><Relationship Id="rId8" Type="http://schemas.openxmlformats.org/officeDocument/2006/relationships/image" Target="../media/image1870.png"/><Relationship Id="rId3" Type="http://schemas.openxmlformats.org/officeDocument/2006/relationships/image" Target="../media/image307.jpeg"/><Relationship Id="rId7" Type="http://schemas.openxmlformats.org/officeDocument/2006/relationships/image" Target="../media/image1860.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308.png"/><Relationship Id="rId5" Type="http://schemas.openxmlformats.org/officeDocument/2006/relationships/image" Target="../media/image1850.png"/><Relationship Id="rId10" Type="http://schemas.openxmlformats.org/officeDocument/2006/relationships/image" Target="../media/image189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80.png"/></Relationships>
</file>

<file path=ppt/slides/_rels/slide51.xml.rels><?xml version="1.0" encoding="UTF-8" standalone="yes"?>
<Relationships xmlns="http://schemas.openxmlformats.org/package/2006/relationships"><Relationship Id="rId3" Type="http://schemas.openxmlformats.org/officeDocument/2006/relationships/image" Target="../media/image307.jpeg"/><Relationship Id="rId7" Type="http://schemas.openxmlformats.org/officeDocument/2006/relationships/image" Target="../media/image311.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9.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312.png"/><Relationship Id="rId3" Type="http://schemas.openxmlformats.org/officeDocument/2006/relationships/image" Target="../media/image352.png"/><Relationship Id="rId7" Type="http://schemas.openxmlformats.org/officeDocument/2006/relationships/image" Target="../media/image392.png"/><Relationship Id="rId2" Type="http://schemas.openxmlformats.org/officeDocument/2006/relationships/image" Target="../media/image342.png"/><Relationship Id="rId1" Type="http://schemas.openxmlformats.org/officeDocument/2006/relationships/slideLayout" Target="../slideLayouts/slideLayout2.xml"/><Relationship Id="rId6" Type="http://schemas.openxmlformats.org/officeDocument/2006/relationships/image" Target="../media/image382.png"/><Relationship Id="rId5" Type="http://schemas.openxmlformats.org/officeDocument/2006/relationships/image" Target="../media/image371.png"/><Relationship Id="rId4" Type="http://schemas.openxmlformats.org/officeDocument/2006/relationships/image" Target="../media/image362.png"/></Relationships>
</file>

<file path=ppt/slides/_rels/slide53.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0.png"/><Relationship Id="rId3" Type="http://schemas.openxmlformats.org/officeDocument/2006/relationships/image" Target="../media/image1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0.png"/><Relationship Id="rId2" Type="http://schemas.openxmlformats.org/officeDocument/2006/relationships/notesSlide" Target="../notesSlides/notesSlide41.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0.png"/><Relationship Id="rId15" Type="http://schemas.openxmlformats.org/officeDocument/2006/relationships/image" Target="../media/image422.png"/><Relationship Id="rId10" Type="http://schemas.openxmlformats.org/officeDocument/2006/relationships/image" Target="../media/image8.png"/><Relationship Id="rId4" Type="http://schemas.openxmlformats.org/officeDocument/2006/relationships/image" Target="../media/image2630.png"/><Relationship Id="rId9" Type="http://schemas.openxmlformats.org/officeDocument/2006/relationships/image" Target="../media/image712.png"/><Relationship Id="rId14" Type="http://schemas.openxmlformats.org/officeDocument/2006/relationships/image" Target="../media/image1210.png"/></Relationships>
</file>

<file path=ppt/slides/_rels/slide54.xml.rels><?xml version="1.0" encoding="UTF-8" standalone="yes"?>
<Relationships xmlns="http://schemas.openxmlformats.org/package/2006/relationships"><Relationship Id="rId8" Type="http://schemas.openxmlformats.org/officeDocument/2006/relationships/image" Target="../media/image1720.png"/><Relationship Id="rId3" Type="http://schemas.openxmlformats.org/officeDocument/2006/relationships/image" Target="../media/image442.png"/><Relationship Id="rId7" Type="http://schemas.openxmlformats.org/officeDocument/2006/relationships/image" Target="../media/image38.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1320.png"/><Relationship Id="rId5" Type="http://schemas.openxmlformats.org/officeDocument/2006/relationships/image" Target="../media/image1210.png"/><Relationship Id="rId10" Type="http://schemas.openxmlformats.org/officeDocument/2006/relationships/image" Target="../media/image314.png"/><Relationship Id="rId4" Type="http://schemas.openxmlformats.org/officeDocument/2006/relationships/image" Target="../media/image452.png"/><Relationship Id="rId9" Type="http://schemas.openxmlformats.org/officeDocument/2006/relationships/image" Target="../media/image313.png"/></Relationships>
</file>

<file path=ppt/slides/_rels/slide55.xml.rels><?xml version="1.0" encoding="UTF-8" standalone="yes"?>
<Relationships xmlns="http://schemas.openxmlformats.org/package/2006/relationships"><Relationship Id="rId8" Type="http://schemas.openxmlformats.org/officeDocument/2006/relationships/image" Target="../media/image521.png"/><Relationship Id="rId13" Type="http://schemas.openxmlformats.org/officeDocument/2006/relationships/image" Target="../media/image571.png"/><Relationship Id="rId3" Type="http://schemas.openxmlformats.org/officeDocument/2006/relationships/image" Target="../media/image481.png"/><Relationship Id="rId7" Type="http://schemas.openxmlformats.org/officeDocument/2006/relationships/image" Target="../media/image38.png"/><Relationship Id="rId12" Type="http://schemas.openxmlformats.org/officeDocument/2006/relationships/image" Target="../media/image561.png"/><Relationship Id="rId2" Type="http://schemas.openxmlformats.org/officeDocument/2006/relationships/notesSlide" Target="../notesSlides/notesSlide43.xml"/><Relationship Id="rId16" Type="http://schemas.openxmlformats.org/officeDocument/2006/relationships/image" Target="../media/image601.png"/><Relationship Id="rId1" Type="http://schemas.openxmlformats.org/officeDocument/2006/relationships/slideLayout" Target="../slideLayouts/slideLayout2.xml"/><Relationship Id="rId6" Type="http://schemas.openxmlformats.org/officeDocument/2006/relationships/image" Target="../media/image512.png"/><Relationship Id="rId11" Type="http://schemas.openxmlformats.org/officeDocument/2006/relationships/image" Target="../media/image551.png"/><Relationship Id="rId5" Type="http://schemas.openxmlformats.org/officeDocument/2006/relationships/image" Target="../media/image502.png"/><Relationship Id="rId15" Type="http://schemas.openxmlformats.org/officeDocument/2006/relationships/image" Target="../media/image591.png"/><Relationship Id="rId10" Type="http://schemas.openxmlformats.org/officeDocument/2006/relationships/image" Target="../media/image541.png"/><Relationship Id="rId4" Type="http://schemas.openxmlformats.org/officeDocument/2006/relationships/image" Target="../media/image491.png"/><Relationship Id="rId9" Type="http://schemas.openxmlformats.org/officeDocument/2006/relationships/image" Target="../media/image531.png"/><Relationship Id="rId14" Type="http://schemas.openxmlformats.org/officeDocument/2006/relationships/image" Target="../media/image581.png"/></Relationships>
</file>

<file path=ppt/slides/_rels/slide56.xml.rels><?xml version="1.0" encoding="UTF-8" standalone="yes"?>
<Relationships xmlns="http://schemas.openxmlformats.org/package/2006/relationships"><Relationship Id="rId8" Type="http://schemas.openxmlformats.org/officeDocument/2006/relationships/image" Target="../media/image661.png"/><Relationship Id="rId13" Type="http://schemas.openxmlformats.org/officeDocument/2006/relationships/image" Target="../media/image315.svg"/><Relationship Id="rId3" Type="http://schemas.openxmlformats.org/officeDocument/2006/relationships/image" Target="../media/image611.png"/><Relationship Id="rId7" Type="http://schemas.openxmlformats.org/officeDocument/2006/relationships/image" Target="../media/image651.png"/><Relationship Id="rId12" Type="http://schemas.openxmlformats.org/officeDocument/2006/relationships/image" Target="../media/image702.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641.png"/><Relationship Id="rId11" Type="http://schemas.openxmlformats.org/officeDocument/2006/relationships/image" Target="../media/image692.png"/><Relationship Id="rId5" Type="http://schemas.openxmlformats.org/officeDocument/2006/relationships/image" Target="../media/image631.png"/><Relationship Id="rId10" Type="http://schemas.openxmlformats.org/officeDocument/2006/relationships/image" Target="../media/image682.png"/><Relationship Id="rId4" Type="http://schemas.openxmlformats.org/officeDocument/2006/relationships/image" Target="../media/image621.png"/><Relationship Id="rId9" Type="http://schemas.openxmlformats.org/officeDocument/2006/relationships/image" Target="../media/image672.png"/><Relationship Id="rId14" Type="http://schemas.openxmlformats.org/officeDocument/2006/relationships/image" Target="../media/image316.svg"/></Relationships>
</file>

<file path=ppt/slides/_rels/slide57.xml.rels><?xml version="1.0" encoding="UTF-8" standalone="yes"?>
<Relationships xmlns="http://schemas.openxmlformats.org/package/2006/relationships"><Relationship Id="rId8" Type="http://schemas.openxmlformats.org/officeDocument/2006/relationships/image" Target="../media/image1310.png"/><Relationship Id="rId13" Type="http://schemas.openxmlformats.org/officeDocument/2006/relationships/image" Target="../media/image1800.png"/><Relationship Id="rId18" Type="http://schemas.openxmlformats.org/officeDocument/2006/relationships/image" Target="../media/image2300.png"/><Relationship Id="rId26" Type="http://schemas.openxmlformats.org/officeDocument/2006/relationships/image" Target="../media/image3130.png"/><Relationship Id="rId3" Type="http://schemas.openxmlformats.org/officeDocument/2006/relationships/image" Target="../media/image812.png"/><Relationship Id="rId21" Type="http://schemas.openxmlformats.org/officeDocument/2006/relationships/image" Target="../media/image2620.png"/><Relationship Id="rId7" Type="http://schemas.openxmlformats.org/officeDocument/2006/relationships/image" Target="../media/image1200.png"/><Relationship Id="rId12" Type="http://schemas.openxmlformats.org/officeDocument/2006/relationships/image" Target="../media/image1710.png"/><Relationship Id="rId17" Type="http://schemas.openxmlformats.org/officeDocument/2006/relationships/image" Target="../media/image2200.png"/><Relationship Id="rId25" Type="http://schemas.openxmlformats.org/officeDocument/2006/relationships/image" Target="../media/image3010.png"/><Relationship Id="rId2" Type="http://schemas.openxmlformats.org/officeDocument/2006/relationships/notesSlide" Target="../notesSlides/notesSlide45.xml"/><Relationship Id="rId16" Type="http://schemas.openxmlformats.org/officeDocument/2006/relationships/image" Target="../media/image2110.png"/><Relationship Id="rId20" Type="http://schemas.openxmlformats.org/officeDocument/2006/relationships/image" Target="../media/image2520.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0.png"/><Relationship Id="rId24" Type="http://schemas.openxmlformats.org/officeDocument/2006/relationships/image" Target="../media/image2910.png"/><Relationship Id="rId5" Type="http://schemas.openxmlformats.org/officeDocument/2006/relationships/image" Target="../media/image1080.png"/><Relationship Id="rId15" Type="http://schemas.openxmlformats.org/officeDocument/2006/relationships/image" Target="../media/image2000.png"/><Relationship Id="rId23" Type="http://schemas.openxmlformats.org/officeDocument/2006/relationships/image" Target="../media/image2820.png"/><Relationship Id="rId10" Type="http://schemas.openxmlformats.org/officeDocument/2006/relationships/image" Target="../media/image1510.png"/><Relationship Id="rId19" Type="http://schemas.openxmlformats.org/officeDocument/2006/relationships/image" Target="../media/image2410.png"/><Relationship Id="rId4" Type="http://schemas.openxmlformats.org/officeDocument/2006/relationships/image" Target="../media/image910.png"/><Relationship Id="rId9" Type="http://schemas.openxmlformats.org/officeDocument/2006/relationships/image" Target="../media/image1410.png"/><Relationship Id="rId14" Type="http://schemas.openxmlformats.org/officeDocument/2006/relationships/image" Target="../media/image1900.png"/><Relationship Id="rId22" Type="http://schemas.openxmlformats.org/officeDocument/2006/relationships/image" Target="../media/image2720.png"/><Relationship Id="rId27" Type="http://schemas.openxmlformats.org/officeDocument/2006/relationships/image" Target="../media/image320.png"/></Relationships>
</file>

<file path=ppt/slides/_rels/slide58.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0.png"/><Relationship Id="rId18" Type="http://schemas.openxmlformats.org/officeDocument/2006/relationships/image" Target="../media/image2200.png"/><Relationship Id="rId26" Type="http://schemas.openxmlformats.org/officeDocument/2006/relationships/image" Target="../media/image3010.png"/><Relationship Id="rId3" Type="http://schemas.openxmlformats.org/officeDocument/2006/relationships/image" Target="../media/image332.png"/><Relationship Id="rId21" Type="http://schemas.openxmlformats.org/officeDocument/2006/relationships/image" Target="../media/image2520.png"/><Relationship Id="rId7" Type="http://schemas.openxmlformats.org/officeDocument/2006/relationships/image" Target="../media/image351.png"/><Relationship Id="rId12" Type="http://schemas.openxmlformats.org/officeDocument/2006/relationships/image" Target="../media/image1610.png"/><Relationship Id="rId17" Type="http://schemas.openxmlformats.org/officeDocument/2006/relationships/image" Target="../media/image2110.png"/><Relationship Id="rId25" Type="http://schemas.openxmlformats.org/officeDocument/2006/relationships/image" Target="../media/image2910.png"/><Relationship Id="rId2" Type="http://schemas.openxmlformats.org/officeDocument/2006/relationships/notesSlide" Target="../notesSlides/notesSlide46.xml"/><Relationship Id="rId16" Type="http://schemas.openxmlformats.org/officeDocument/2006/relationships/image" Target="../media/image2000.png"/><Relationship Id="rId20" Type="http://schemas.openxmlformats.org/officeDocument/2006/relationships/image" Target="../media/image2410.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0.png"/><Relationship Id="rId24" Type="http://schemas.openxmlformats.org/officeDocument/2006/relationships/image" Target="../media/image2820.png"/><Relationship Id="rId5" Type="http://schemas.openxmlformats.org/officeDocument/2006/relationships/image" Target="../media/image331.png"/><Relationship Id="rId15" Type="http://schemas.openxmlformats.org/officeDocument/2006/relationships/image" Target="../media/image1900.png"/><Relationship Id="rId23" Type="http://schemas.openxmlformats.org/officeDocument/2006/relationships/image" Target="../media/image2720.png"/><Relationship Id="rId28" Type="http://schemas.openxmlformats.org/officeDocument/2006/relationships/image" Target="../media/image320.png"/><Relationship Id="rId10" Type="http://schemas.openxmlformats.org/officeDocument/2006/relationships/image" Target="../media/image1410.png"/><Relationship Id="rId19" Type="http://schemas.openxmlformats.org/officeDocument/2006/relationships/image" Target="../media/image2300.png"/><Relationship Id="rId4" Type="http://schemas.openxmlformats.org/officeDocument/2006/relationships/image" Target="../media/image812.png"/><Relationship Id="rId9" Type="http://schemas.openxmlformats.org/officeDocument/2006/relationships/image" Target="../media/image1310.png"/><Relationship Id="rId14" Type="http://schemas.openxmlformats.org/officeDocument/2006/relationships/image" Target="../media/image1800.png"/><Relationship Id="rId22" Type="http://schemas.openxmlformats.org/officeDocument/2006/relationships/image" Target="../media/image2620.png"/><Relationship Id="rId27" Type="http://schemas.openxmlformats.org/officeDocument/2006/relationships/image" Target="../media/image3130.png"/></Relationships>
</file>

<file path=ppt/slides/_rels/slide59.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317.png"/></Relationships>
</file>

<file path=ppt/slides/_rels/slide60.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0.png"/><Relationship Id="rId12" Type="http://schemas.openxmlformats.org/officeDocument/2006/relationships/image" Target="../media/image170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48.xml"/><Relationship Id="rId16" Type="http://schemas.openxmlformats.org/officeDocument/2006/relationships/image" Target="../media/image550.png"/><Relationship Id="rId20" Type="http://schemas.openxmlformats.org/officeDocument/2006/relationships/image" Target="../media/image2510.png"/><Relationship Id="rId1" Type="http://schemas.openxmlformats.org/officeDocument/2006/relationships/slideLayout" Target="../slideLayouts/slideLayout2.xml"/><Relationship Id="rId11" Type="http://schemas.openxmlformats.org/officeDocument/2006/relationships/image" Target="../media/image160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0.png"/><Relationship Id="rId10" Type="http://schemas.openxmlformats.org/officeDocument/2006/relationships/image" Target="../media/image150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0.png"/><Relationship Id="rId27" Type="http://schemas.openxmlformats.org/officeDocument/2006/relationships/image" Target="../media/image620.png"/></Relationships>
</file>

<file path=ppt/slides/_rels/slide61.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7" Type="http://schemas.openxmlformats.org/officeDocument/2006/relationships/image" Target="../media/image741.png"/><Relationship Id="rId12" Type="http://schemas.openxmlformats.org/officeDocument/2006/relationships/image" Target="../media/image791.png"/><Relationship Id="rId2" Type="http://schemas.openxmlformats.org/officeDocument/2006/relationships/image" Target="../media/image318.sv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1.png"/><Relationship Id="rId5" Type="http://schemas.openxmlformats.org/officeDocument/2006/relationships/image" Target="../media/image721.png"/><Relationship Id="rId15" Type="http://schemas.openxmlformats.org/officeDocument/2006/relationships/image" Target="../media/image319.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3.png"/></Relationships>
</file>

<file path=ppt/slides/_rels/slide63.xml.rels><?xml version="1.0" encoding="UTF-8" standalone="yes"?>
<Relationships xmlns="http://schemas.openxmlformats.org/package/2006/relationships"><Relationship Id="rId8" Type="http://schemas.openxmlformats.org/officeDocument/2006/relationships/image" Target="../media/image870.png"/><Relationship Id="rId13" Type="http://schemas.openxmlformats.org/officeDocument/2006/relationships/image" Target="../media/image920.png"/><Relationship Id="rId18" Type="http://schemas.openxmlformats.org/officeDocument/2006/relationships/image" Target="../media/image1070.png"/><Relationship Id="rId3" Type="http://schemas.openxmlformats.org/officeDocument/2006/relationships/image" Target="../media/image318.svg"/><Relationship Id="rId7" Type="http://schemas.openxmlformats.org/officeDocument/2006/relationships/image" Target="../media/image861.png"/><Relationship Id="rId12" Type="http://schemas.openxmlformats.org/officeDocument/2006/relationships/image" Target="../media/image912.png"/><Relationship Id="rId17" Type="http://schemas.openxmlformats.org/officeDocument/2006/relationships/customXml" Target="../ink/ink507.xml"/><Relationship Id="rId2" Type="http://schemas.openxmlformats.org/officeDocument/2006/relationships/notesSlide" Target="../notesSlides/notesSlide50.xml"/><Relationship Id="rId16" Type="http://schemas.openxmlformats.org/officeDocument/2006/relationships/image" Target="../media/image321.png"/><Relationship Id="rId20" Type="http://schemas.openxmlformats.org/officeDocument/2006/relationships/image" Target="../media/image1090.png"/><Relationship Id="rId1" Type="http://schemas.openxmlformats.org/officeDocument/2006/relationships/slideLayout" Target="../slideLayouts/slideLayout2.xml"/><Relationship Id="rId6" Type="http://schemas.openxmlformats.org/officeDocument/2006/relationships/image" Target="../media/image850.png"/><Relationship Id="rId11" Type="http://schemas.openxmlformats.org/officeDocument/2006/relationships/image" Target="../media/image900.png"/><Relationship Id="rId5" Type="http://schemas.openxmlformats.org/officeDocument/2006/relationships/image" Target="../media/image841.png"/><Relationship Id="rId15" Type="http://schemas.openxmlformats.org/officeDocument/2006/relationships/image" Target="../media/image940.png"/><Relationship Id="rId10" Type="http://schemas.openxmlformats.org/officeDocument/2006/relationships/image" Target="../media/image890.png"/><Relationship Id="rId19" Type="http://schemas.openxmlformats.org/officeDocument/2006/relationships/customXml" Target="../ink/ink508.xml"/><Relationship Id="rId9" Type="http://schemas.openxmlformats.org/officeDocument/2006/relationships/image" Target="../media/image880.png"/><Relationship Id="rId14" Type="http://schemas.openxmlformats.org/officeDocument/2006/relationships/image" Target="../media/image930.png"/></Relationships>
</file>

<file path=ppt/slides/_rels/slide64.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323.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322.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322.png"/><Relationship Id="rId14" Type="http://schemas.openxmlformats.org/officeDocument/2006/relationships/image" Target="../media/image324.png"/></Relationships>
</file>

<file path=ppt/slides/_rels/slide65.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326.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327.png"/><Relationship Id="rId17" Type="http://schemas.openxmlformats.org/officeDocument/2006/relationships/image" Target="../media/image329.png"/><Relationship Id="rId2" Type="http://schemas.openxmlformats.org/officeDocument/2006/relationships/image" Target="../media/image325.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328.png"/><Relationship Id="rId10" Type="http://schemas.openxmlformats.org/officeDocument/2006/relationships/image" Target="../media/image730.png"/><Relationship Id="rId19" Type="http://schemas.openxmlformats.org/officeDocument/2006/relationships/image" Target="../media/image330.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66.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333.png"/><Relationship Id="rId3" Type="http://schemas.openxmlformats.org/officeDocument/2006/relationships/image" Target="../media/image330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51.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67.xml.rels><?xml version="1.0" encoding="UTF-8" standalone="yes"?>
<Relationships xmlns="http://schemas.openxmlformats.org/package/2006/relationships"><Relationship Id="rId8" Type="http://schemas.openxmlformats.org/officeDocument/2006/relationships/image" Target="../media/image2700.png"/><Relationship Id="rId3" Type="http://schemas.openxmlformats.org/officeDocument/2006/relationships/image" Target="../media/image334.png"/><Relationship Id="rId7" Type="http://schemas.openxmlformats.org/officeDocument/2006/relationships/image" Target="../media/image2600.png"/><Relationship Id="rId12" Type="http://schemas.openxmlformats.org/officeDocument/2006/relationships/image" Target="../media/image3100.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500.png"/><Relationship Id="rId11" Type="http://schemas.openxmlformats.org/officeDocument/2006/relationships/image" Target="../media/image3000.png"/><Relationship Id="rId5" Type="http://schemas.openxmlformats.org/officeDocument/2006/relationships/image" Target="../media/image2400.png"/><Relationship Id="rId10" Type="http://schemas.openxmlformats.org/officeDocument/2006/relationships/image" Target="../media/image2900.png"/><Relationship Id="rId4" Type="http://schemas.openxmlformats.org/officeDocument/2006/relationships/image" Target="../media/image327.png"/><Relationship Id="rId9" Type="http://schemas.openxmlformats.org/officeDocument/2006/relationships/image" Target="../media/image280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a:bodyPr>
          <a:lstStyle/>
          <a:p>
            <a:r>
              <a:rPr lang="en-US" dirty="0"/>
              <a:t>Associating Metabolic reactions and AI machines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m:t>
                    </m:r>
                    <m:r>
                      <a:rPr lang="en-US" b="0" i="1" smtClean="0">
                        <a:latin typeface="Cambria Math" panose="02040503050406030204" pitchFamily="18" charset="0"/>
                      </a:rPr>
                      <m:t>.</m:t>
                    </m:r>
                    <m:r>
                      <a:rPr lang="en-US" b="0" i="1" smtClean="0">
                        <a:latin typeface="Cambria Math" panose="02040503050406030204" pitchFamily="18" charset="0"/>
                      </a:rPr>
                      <m:t>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m:t>
                    </m:r>
                    <m:r>
                      <a:rPr lang="en-US" b="0" i="0"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0"/>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3"/>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32E40FD-E7AD-D45B-99BD-2C9F702DFA9F}"/>
              </a:ext>
            </a:extLst>
          </p:cNvPr>
          <p:cNvSpPr txBox="1"/>
          <p:nvPr/>
        </p:nvSpPr>
        <p:spPr>
          <a:xfrm>
            <a:off x="902142" y="977851"/>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892FED7A-74CE-E177-33AE-96985D9F8CE8}"/>
              </a:ext>
            </a:extLst>
          </p:cNvPr>
          <p:cNvSpPr>
            <a:spLocks noGrp="1"/>
          </p:cNvSpPr>
          <p:nvPr>
            <p:ph type="sldNum" sz="quarter" idx="12"/>
          </p:nvPr>
        </p:nvSpPr>
        <p:spPr/>
        <p:txBody>
          <a:bodyPr/>
          <a:lstStyle/>
          <a:p>
            <a:fld id="{250B62C5-2ACF-4D78-8FF3-37371B948607}" type="slidenum">
              <a:rPr lang="en-US" smtClean="0"/>
              <a:t>9</a:t>
            </a:fld>
            <a:endParaRPr lang="en-US"/>
          </a:p>
        </p:txBody>
      </p:sp>
      <p:pic>
        <p:nvPicPr>
          <p:cNvPr id="36" name="Picture 35">
            <a:extLst>
              <a:ext uri="{FF2B5EF4-FFF2-40B4-BE49-F238E27FC236}">
                <a16:creationId xmlns:a16="http://schemas.microsoft.com/office/drawing/2014/main" id="{2CB0EE38-0648-40B1-BF3A-4948B5AF9DA6}"/>
              </a:ext>
            </a:extLst>
          </p:cNvPr>
          <p:cNvPicPr>
            <a:picLocks noChangeAspect="1"/>
          </p:cNvPicPr>
          <p:nvPr/>
        </p:nvPicPr>
        <p:blipFill>
          <a:blip r:embed="rId3"/>
          <a:stretch>
            <a:fillRect/>
          </a:stretch>
        </p:blipFill>
        <p:spPr>
          <a:xfrm>
            <a:off x="239692" y="1504861"/>
            <a:ext cx="3870637" cy="4705634"/>
          </a:xfrm>
          <a:prstGeom prst="rect">
            <a:avLst/>
          </a:prstGeom>
        </p:spPr>
      </p:pic>
      <p:sp>
        <p:nvSpPr>
          <p:cNvPr id="38" name="TextBox 37">
            <a:extLst>
              <a:ext uri="{FF2B5EF4-FFF2-40B4-BE49-F238E27FC236}">
                <a16:creationId xmlns:a16="http://schemas.microsoft.com/office/drawing/2014/main" id="{BCCD00CE-0045-3858-A15B-BD032C35C2E3}"/>
              </a:ext>
            </a:extLst>
          </p:cNvPr>
          <p:cNvSpPr txBox="1"/>
          <p:nvPr/>
        </p:nvSpPr>
        <p:spPr>
          <a:xfrm>
            <a:off x="-70394" y="6502450"/>
            <a:ext cx="9204797" cy="276999"/>
          </a:xfrm>
          <a:prstGeom prst="rect">
            <a:avLst/>
          </a:prstGeom>
          <a:noFill/>
        </p:spPr>
        <p:txBody>
          <a:bodyPr wrap="square">
            <a:spAutoFit/>
          </a:bodyPr>
          <a:lstStyle/>
          <a:p>
            <a:pPr>
              <a:buNone/>
            </a:pPr>
            <a:r>
              <a:rPr lang="en-US" sz="1200" dirty="0">
                <a:effectLst/>
              </a:rPr>
              <a:t>[1] B. Alberts, D. Bray, and K. Hopkin, </a:t>
            </a:r>
            <a:r>
              <a:rPr lang="en-US" sz="1200" i="1" dirty="0">
                <a:effectLst/>
              </a:rPr>
              <a:t>Essential Cell Biology</a:t>
            </a:r>
            <a:r>
              <a:rPr lang="en-US" sz="1200" dirty="0">
                <a:effectLst/>
              </a:rPr>
              <a:t>, 4th rev ed. edition. New York, NY: Norton &amp; Company, 2014.</a:t>
            </a:r>
          </a:p>
        </p:txBody>
      </p:sp>
    </p:spTree>
    <p:extLst>
      <p:ext uri="{BB962C8B-B14F-4D97-AF65-F5344CB8AC3E}">
        <p14:creationId xmlns:p14="http://schemas.microsoft.com/office/powerpoint/2010/main" val="2044458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8C0F5-C0CA-AAF0-8EC8-1EA7620F7AF2}"/>
            </a:ext>
          </a:extLst>
        </p:cNvPr>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7BB26DEB-2E1C-AAEA-DD6F-1D9054A73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90" y="1657949"/>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36" name="Group 35">
            <a:extLst>
              <a:ext uri="{FF2B5EF4-FFF2-40B4-BE49-F238E27FC236}">
                <a16:creationId xmlns:a16="http://schemas.microsoft.com/office/drawing/2014/main" id="{24D67A53-65D5-CCED-C2CE-23EAECC5B08D}"/>
              </a:ext>
            </a:extLst>
          </p:cNvPr>
          <p:cNvGrpSpPr/>
          <p:nvPr/>
        </p:nvGrpSpPr>
        <p:grpSpPr>
          <a:xfrm>
            <a:off x="8859442" y="3875942"/>
            <a:ext cx="3243500" cy="2674953"/>
            <a:chOff x="8859442" y="3875942"/>
            <a:chExt cx="3243500" cy="2674953"/>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009999E-DFBE-8CDF-93C9-7E020A66F9A3}"/>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m:t>
                        </m:r>
                        <m:r>
                          <a:rPr lang="en-US" sz="1600" i="1">
                            <a:latin typeface="Cambria Math" panose="02040503050406030204" pitchFamily="18" charset="0"/>
                          </a:rPr>
                          <m:t>1</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r>
                              <a:rPr lang="en-US" sz="1600" i="1">
                                <a:latin typeface="Cambria Math" panose="02040503050406030204" pitchFamily="18" charset="0"/>
                              </a:rPr>
                              <m:t>+</m:t>
                            </m:r>
                            <m:sSup>
                              <m:sSupPr>
                                <m:ctrlPr>
                                  <a:rPr lang="en-US" sz="160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i="1">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xmlns="">
            <p:sp>
              <p:nvSpPr>
                <p:cNvPr id="6" name="TextBox 5">
                  <a:extLst>
                    <a:ext uri="{FF2B5EF4-FFF2-40B4-BE49-F238E27FC236}">
                      <a16:creationId xmlns:a16="http://schemas.microsoft.com/office/drawing/2014/main" id="{7009999E-DFBE-8CDF-93C9-7E020A66F9A3}"/>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854A092-F48B-D396-5C6F-DF3BCBA93B10}"/>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F7F1E51-5189-202E-EC64-373CD33519F6}"/>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xmlns="">
            <p:sp>
              <p:nvSpPr>
                <p:cNvPr id="16" name="TextBox 15">
                  <a:extLst>
                    <a:ext uri="{FF2B5EF4-FFF2-40B4-BE49-F238E27FC236}">
                      <a16:creationId xmlns:a16="http://schemas.microsoft.com/office/drawing/2014/main" id="{CF7F1E51-5189-202E-EC64-373CD33519F6}"/>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7B7D5B-CB1A-D93C-D05E-5A441775A9A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xmlns="">
            <p:sp>
              <p:nvSpPr>
                <p:cNvPr id="17" name="TextBox 16">
                  <a:extLst>
                    <a:ext uri="{FF2B5EF4-FFF2-40B4-BE49-F238E27FC236}">
                      <a16:creationId xmlns:a16="http://schemas.microsoft.com/office/drawing/2014/main" id="{9D7B7D5B-CB1A-D93C-D05E-5A441775A9A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E8B1F17-AC55-537B-3224-6423B2DA9B2D}"/>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xmlns="">
            <p:sp>
              <p:nvSpPr>
                <p:cNvPr id="18" name="TextBox 17">
                  <a:extLst>
                    <a:ext uri="{FF2B5EF4-FFF2-40B4-BE49-F238E27FC236}">
                      <a16:creationId xmlns:a16="http://schemas.microsoft.com/office/drawing/2014/main" id="{2E8B1F17-AC55-537B-3224-6423B2DA9B2D}"/>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7B29FCA-51B6-5E42-1D44-B772D2ACEBFD}"/>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rPr>
                          <m:t>𝑇</m:t>
                        </m:r>
                      </m:oMath>
                    </m:oMathPara>
                  </a14:m>
                  <a:endParaRPr lang="en-US" sz="1600" dirty="0"/>
                </a:p>
              </p:txBody>
            </p:sp>
          </mc:Choice>
          <mc:Fallback xmlns="">
            <p:sp>
              <p:nvSpPr>
                <p:cNvPr id="19" name="TextBox 18">
                  <a:extLst>
                    <a:ext uri="{FF2B5EF4-FFF2-40B4-BE49-F238E27FC236}">
                      <a16:creationId xmlns:a16="http://schemas.microsoft.com/office/drawing/2014/main" id="{17B29FCA-51B6-5E42-1D44-B772D2ACEBFD}"/>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BCF4A6C-B6F0-8A85-A5E3-1866FE8D594A}"/>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813D1E35-D6EE-C97E-A252-8BC48B95D747}"/>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6A1D815F-26E7-1579-6DE8-0C2825F89B03}"/>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7F9035C9-CFFE-0DA9-3F47-7F6D42F270FD}"/>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6F708CCF-D707-6FB7-1B9F-C825ACEE893B}"/>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890B4519-09EA-B2FB-9386-E34DCFD631D2}"/>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F030DF57-8B30-4F82-DC98-51928849A8F5}"/>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1DB79373-9FB1-2B44-9542-9A8EDF52564C}"/>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B6B2AB-CD2F-9F44-912E-4A93D217967A}"/>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85A805CE-A2E6-4050-6ECA-F9A4EAB9D703}"/>
              </a:ext>
            </a:extLst>
          </p:cNvPr>
          <p:cNvGrpSpPr/>
          <p:nvPr/>
        </p:nvGrpSpPr>
        <p:grpSpPr>
          <a:xfrm>
            <a:off x="6610277" y="151571"/>
            <a:ext cx="4861322" cy="6568625"/>
            <a:chOff x="6610277" y="151571"/>
            <a:chExt cx="4861322" cy="6568625"/>
          </a:xfrm>
        </p:grpSpPr>
        <p:pic>
          <p:nvPicPr>
            <p:cNvPr id="4" name="Picture 3">
              <a:extLst>
                <a:ext uri="{FF2B5EF4-FFF2-40B4-BE49-F238E27FC236}">
                  <a16:creationId xmlns:a16="http://schemas.microsoft.com/office/drawing/2014/main" id="{FEAFE42F-4765-1884-3201-6DFC453AF424}"/>
                </a:ext>
              </a:extLst>
            </p:cNvPr>
            <p:cNvPicPr>
              <a:picLocks noChangeAspect="1"/>
            </p:cNvPicPr>
            <p:nvPr/>
          </p:nvPicPr>
          <p:blipFill>
            <a:blip r:embed="rId11"/>
            <a:stretch>
              <a:fillRect/>
            </a:stretch>
          </p:blipFill>
          <p:spPr>
            <a:xfrm>
              <a:off x="7290882" y="5040554"/>
              <a:ext cx="1679641" cy="1679642"/>
            </a:xfrm>
            <a:prstGeom prst="rect">
              <a:avLst/>
            </a:prstGeom>
          </p:spPr>
        </p:pic>
        <p:pic>
          <p:nvPicPr>
            <p:cNvPr id="5" name="Picture 4">
              <a:extLst>
                <a:ext uri="{FF2B5EF4-FFF2-40B4-BE49-F238E27FC236}">
                  <a16:creationId xmlns:a16="http://schemas.microsoft.com/office/drawing/2014/main" id="{7229A624-C607-5CF4-0C9F-C4C39F7D3A88}"/>
                </a:ext>
              </a:extLst>
            </p:cNvPr>
            <p:cNvPicPr>
              <a:picLocks noChangeAspect="1"/>
            </p:cNvPicPr>
            <p:nvPr/>
          </p:nvPicPr>
          <p:blipFill>
            <a:blip r:embed="rId12"/>
            <a:srcRect l="25538" t="6542" r="31911" b="10234"/>
            <a:stretch>
              <a:fillRect/>
            </a:stretch>
          </p:blipFill>
          <p:spPr>
            <a:xfrm rot="9842333">
              <a:off x="8828453" y="795315"/>
              <a:ext cx="354848" cy="462687"/>
            </a:xfrm>
            <a:prstGeom prst="rect">
              <a:avLst/>
            </a:prstGeom>
          </p:spPr>
        </p:pic>
        <p:sp>
          <p:nvSpPr>
            <p:cNvPr id="8" name="Freeform: Shape 7">
              <a:extLst>
                <a:ext uri="{FF2B5EF4-FFF2-40B4-BE49-F238E27FC236}">
                  <a16:creationId xmlns:a16="http://schemas.microsoft.com/office/drawing/2014/main" id="{FDCCA52D-0BEF-CB14-E1F9-40FAF55C7F71}"/>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F5AB5F80-30A3-C0B4-25F4-F9248B930A62}"/>
                </a:ext>
              </a:extLst>
            </p:cNvPr>
            <p:cNvPicPr>
              <a:picLocks noChangeAspect="1"/>
            </p:cNvPicPr>
            <p:nvPr/>
          </p:nvPicPr>
          <p:blipFill>
            <a:blip r:embed="rId12"/>
            <a:srcRect l="25538" t="6542" r="31911" b="10234"/>
            <a:stretch>
              <a:fillRect/>
            </a:stretch>
          </p:blipFill>
          <p:spPr>
            <a:xfrm rot="9842333">
              <a:off x="9080817" y="482376"/>
              <a:ext cx="354848" cy="462687"/>
            </a:xfrm>
            <a:prstGeom prst="rect">
              <a:avLst/>
            </a:prstGeom>
          </p:spPr>
        </p:pic>
        <p:pic>
          <p:nvPicPr>
            <p:cNvPr id="10" name="Picture 9">
              <a:extLst>
                <a:ext uri="{FF2B5EF4-FFF2-40B4-BE49-F238E27FC236}">
                  <a16:creationId xmlns:a16="http://schemas.microsoft.com/office/drawing/2014/main" id="{FDD8EDE8-D888-786C-9852-F44237B40D29}"/>
                </a:ext>
              </a:extLst>
            </p:cNvPr>
            <p:cNvPicPr>
              <a:picLocks noChangeAspect="1"/>
            </p:cNvPicPr>
            <p:nvPr/>
          </p:nvPicPr>
          <p:blipFill>
            <a:blip r:embed="rId12"/>
            <a:srcRect l="25538" t="6542" r="31911" b="10234"/>
            <a:stretch>
              <a:fillRect/>
            </a:stretch>
          </p:blipFill>
          <p:spPr>
            <a:xfrm rot="9842333">
              <a:off x="8505733" y="674954"/>
              <a:ext cx="354848" cy="462687"/>
            </a:xfrm>
            <a:prstGeom prst="rect">
              <a:avLst/>
            </a:prstGeom>
          </p:spPr>
        </p:pic>
        <p:pic>
          <p:nvPicPr>
            <p:cNvPr id="11" name="Picture 10">
              <a:extLst>
                <a:ext uri="{FF2B5EF4-FFF2-40B4-BE49-F238E27FC236}">
                  <a16:creationId xmlns:a16="http://schemas.microsoft.com/office/drawing/2014/main" id="{94DB2F84-C961-076A-2A89-658175E401CE}"/>
                </a:ext>
              </a:extLst>
            </p:cNvPr>
            <p:cNvPicPr>
              <a:picLocks noChangeAspect="1"/>
            </p:cNvPicPr>
            <p:nvPr/>
          </p:nvPicPr>
          <p:blipFill>
            <a:blip r:embed="rId12"/>
            <a:srcRect l="25538" t="6542" r="31911" b="10234"/>
            <a:stretch>
              <a:fillRect/>
            </a:stretch>
          </p:blipFill>
          <p:spPr>
            <a:xfrm rot="9842333">
              <a:off x="8810327" y="495135"/>
              <a:ext cx="354848" cy="462687"/>
            </a:xfrm>
            <a:prstGeom prst="rect">
              <a:avLst/>
            </a:prstGeom>
          </p:spPr>
        </p:pic>
        <p:sp>
          <p:nvSpPr>
            <p:cNvPr id="12" name="Freeform: Shape 11">
              <a:extLst>
                <a:ext uri="{FF2B5EF4-FFF2-40B4-BE49-F238E27FC236}">
                  <a16:creationId xmlns:a16="http://schemas.microsoft.com/office/drawing/2014/main" id="{904B17C5-F7D5-8394-8282-D86341A6F379}"/>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231B16CA-DAB3-C952-0CB8-F7FA25C5881E}"/>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FB0321C5-7A7D-E4E5-8016-5FF8134F89F2}"/>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483D7E50-050D-A457-C8DE-6967D93E56D4}"/>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5E5D222D-01C3-CA4F-0166-039F39C7EBB8}"/>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55F9D38-986F-D980-8669-907845FC2D97}"/>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1E0BFE10-9AAF-B04B-1DDC-35469BE82908}"/>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5A47581C-155C-3F4B-45B1-533ACBC5A83A}"/>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B8E7BBB7-3BDA-7372-4FF6-A305E5E89E1A}"/>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0E7E547D-85AB-9B3D-423F-34D060C60854}"/>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10</a:t>
            </a:fld>
            <a:endParaRPr lang="en-US"/>
          </a:p>
        </p:txBody>
      </p:sp>
    </p:spTree>
    <p:extLst>
      <p:ext uri="{BB962C8B-B14F-4D97-AF65-F5344CB8AC3E}">
        <p14:creationId xmlns:p14="http://schemas.microsoft.com/office/powerpoint/2010/main" val="47667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500"/>
                                        <p:tgtEl>
                                          <p:spTgt spid="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Arrow Connector 29">
            <a:extLst>
              <a:ext uri="{FF2B5EF4-FFF2-40B4-BE49-F238E27FC236}">
                <a16:creationId xmlns:a16="http://schemas.microsoft.com/office/drawing/2014/main" id="{2029D1FE-E2DE-3219-3FC2-3FF565D20E90}"/>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8224625" y="35921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8224625" y="3592145"/>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8293211" y="53909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8293211" y="539092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5912016" y="35508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5912016" y="355080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5952798" y="53946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5952798" y="5394684"/>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4594773" y="431245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4594773" y="4312451"/>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3886356" y="4774117"/>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9534118" y="423027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9534118" y="4230271"/>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7298154" y="34385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7298154" y="3438527"/>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7384705" y="56542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7384705" y="5654213"/>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5553145" y="45432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5553145" y="4543284"/>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8996705" y="45449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8996705" y="4544994"/>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5441119" y="3206909"/>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0" y="513471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0" y="5134714"/>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804196" y="3138127"/>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3095889" y="4155286"/>
            <a:ext cx="999441" cy="369332"/>
          </a:xfrm>
          <a:prstGeom prst="rect">
            <a:avLst/>
          </a:prstGeom>
          <a:noFill/>
        </p:spPr>
        <p:txBody>
          <a:bodyPr wrap="none" rtlCol="0">
            <a:spAutoFit/>
          </a:bodyPr>
          <a:lstStyle/>
          <a:p>
            <a:r>
              <a:rPr lang="en-US" dirty="0"/>
              <a:t>Counter</a:t>
            </a:r>
          </a:p>
        </p:txBody>
      </p:sp>
      <p:sp>
        <p:nvSpPr>
          <p:cNvPr id="3" name="Slide Number Placeholder 2">
            <a:extLst>
              <a:ext uri="{FF2B5EF4-FFF2-40B4-BE49-F238E27FC236}">
                <a16:creationId xmlns:a16="http://schemas.microsoft.com/office/drawing/2014/main" id="{6BFD02B1-BD1F-4005-163A-50E8AD853A05}"/>
              </a:ext>
            </a:extLst>
          </p:cNvPr>
          <p:cNvSpPr>
            <a:spLocks noGrp="1"/>
          </p:cNvSpPr>
          <p:nvPr>
            <p:ph type="sldNum" sz="quarter" idx="12"/>
          </p:nvPr>
        </p:nvSpPr>
        <p:spPr/>
        <p:txBody>
          <a:bodyPr/>
          <a:lstStyle/>
          <a:p>
            <a:fld id="{250B62C5-2ACF-4D78-8FF3-37371B948607}" type="slidenum">
              <a:rPr lang="en-US" smtClean="0"/>
              <a:t>11</a:t>
            </a:fld>
            <a:endParaRPr lang="en-US"/>
          </a:p>
        </p:txBody>
      </p:sp>
      <p:cxnSp>
        <p:nvCxnSpPr>
          <p:cNvPr id="32" name="Straight Arrow Connector 31">
            <a:extLst>
              <a:ext uri="{FF2B5EF4-FFF2-40B4-BE49-F238E27FC236}">
                <a16:creationId xmlns:a16="http://schemas.microsoft.com/office/drawing/2014/main" id="{3EB3A412-B0FC-F2B0-62C6-6C67BFD1480B}"/>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2A0677D-AC93-057F-775E-8741C96124CF}"/>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08C38F3-D78A-D38B-BB0B-E54BEA15FF9B}"/>
              </a:ext>
            </a:extLst>
          </p:cNvPr>
          <p:cNvSpPr txBox="1"/>
          <p:nvPr/>
        </p:nvSpPr>
        <p:spPr>
          <a:xfrm>
            <a:off x="11211736" y="2310915"/>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9E30F80-D2DB-9CD0-9283-9A164C4DAE4B}"/>
                  </a:ext>
                </a:extLst>
              </p:cNvPr>
              <p:cNvSpPr txBox="1"/>
              <p:nvPr/>
            </p:nvSpPr>
            <p:spPr>
              <a:xfrm>
                <a:off x="7668161" y="257351"/>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36" name="TextBox 35">
                <a:extLst>
                  <a:ext uri="{FF2B5EF4-FFF2-40B4-BE49-F238E27FC236}">
                    <a16:creationId xmlns:a16="http://schemas.microsoft.com/office/drawing/2014/main" id="{D9E30F80-D2DB-9CD0-9283-9A164C4DAE4B}"/>
                  </a:ext>
                </a:extLst>
              </p:cNvPr>
              <p:cNvSpPr txBox="1">
                <a:spLocks noRot="1" noChangeAspect="1" noMove="1" noResize="1" noEditPoints="1" noAdjustHandles="1" noChangeArrowheads="1" noChangeShapeType="1" noTextEdit="1"/>
              </p:cNvSpPr>
              <p:nvPr/>
            </p:nvSpPr>
            <p:spPr>
              <a:xfrm>
                <a:off x="7668161" y="257351"/>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BF473AA3-AD88-A67E-8699-D181D0B4784D}"/>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8239102-A144-95F7-67FC-2832939DD233}"/>
                  </a:ext>
                </a:extLst>
              </p:cNvPr>
              <p:cNvSpPr txBox="1"/>
              <p:nvPr/>
            </p:nvSpPr>
            <p:spPr>
              <a:xfrm>
                <a:off x="9171514" y="2269369"/>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40" name="TextBox 39">
                <a:extLst>
                  <a:ext uri="{FF2B5EF4-FFF2-40B4-BE49-F238E27FC236}">
                    <a16:creationId xmlns:a16="http://schemas.microsoft.com/office/drawing/2014/main" id="{38239102-A144-95F7-67FC-2832939DD233}"/>
                  </a:ext>
                </a:extLst>
              </p:cNvPr>
              <p:cNvSpPr txBox="1">
                <a:spLocks noRot="1" noChangeAspect="1" noMove="1" noResize="1" noEditPoints="1" noAdjustHandles="1" noChangeArrowheads="1" noChangeShapeType="1" noTextEdit="1"/>
              </p:cNvSpPr>
              <p:nvPr/>
            </p:nvSpPr>
            <p:spPr>
              <a:xfrm>
                <a:off x="9171514" y="2269369"/>
                <a:ext cx="1510735" cy="701474"/>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1FAD1755-F4B7-6039-F289-F264EA1FF2D1}"/>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2" name="Straight Connector 41">
            <a:extLst>
              <a:ext uri="{FF2B5EF4-FFF2-40B4-BE49-F238E27FC236}">
                <a16:creationId xmlns:a16="http://schemas.microsoft.com/office/drawing/2014/main" id="{66B6701C-E7BF-0801-1F07-B51CF37013B6}"/>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EDFF444D-901F-4715-BE56-2232AE7867DD}"/>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2DA6221E-F87F-D8ED-70C5-84CA8588772C}"/>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47326EBB-B7F9-E9D3-3F78-1ECC19F38DB6}"/>
              </a:ext>
            </a:extLst>
          </p:cNvPr>
          <p:cNvSpPr txBox="1"/>
          <p:nvPr/>
        </p:nvSpPr>
        <p:spPr>
          <a:xfrm>
            <a:off x="995700" y="91035"/>
            <a:ext cx="2434513" cy="461665"/>
          </a:xfrm>
          <a:prstGeom prst="rect">
            <a:avLst/>
          </a:prstGeom>
          <a:noFill/>
        </p:spPr>
        <p:txBody>
          <a:bodyPr wrap="none" rtlCol="0">
            <a:spAutoFit/>
          </a:bodyPr>
          <a:lstStyle/>
          <a:p>
            <a:r>
              <a:rPr lang="en-US" sz="2400" dirty="0"/>
              <a:t>Point Transmitter</a:t>
            </a:r>
          </a:p>
        </p:txBody>
      </p:sp>
      <p:sp>
        <p:nvSpPr>
          <p:cNvPr id="51" name="Oval 50">
            <a:extLst>
              <a:ext uri="{FF2B5EF4-FFF2-40B4-BE49-F238E27FC236}">
                <a16:creationId xmlns:a16="http://schemas.microsoft.com/office/drawing/2014/main" id="{E7A37B4E-0B38-B947-24EC-646FE9EB90E7}"/>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6B7A351-03BE-74F9-B578-A4838086447B}"/>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AEBE9F6-58EA-AC41-00CB-E0CB7F3CBBA1}"/>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B03A30A8-866B-B363-73FA-C6636CDCE8AB}"/>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3336104C-1660-A591-3283-2787738826F2}"/>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450E1DA1-3046-90A3-417F-C91D50345469}"/>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37952563-FCA5-41A9-9B62-874A86253817}"/>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44C1E8AA-2A59-9D4C-DD22-A07E3DBC2F10}"/>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2920DC8-A580-A05D-CD82-B272AED38AFF}"/>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9E5936B-AB8A-AA42-9ECC-B64386883E68}"/>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0392F7C2-CEB3-C46A-19C5-4C545D5969A6}"/>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C0BAB685-F7BE-4F5C-EACF-10476643CF59}"/>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E52D8E10-4B8F-5DB0-8608-6F18A4B82CA4}"/>
              </a:ext>
            </a:extLst>
          </p:cNvPr>
          <p:cNvSpPr txBox="1"/>
          <p:nvPr/>
        </p:nvSpPr>
        <p:spPr>
          <a:xfrm>
            <a:off x="4919788" y="58013"/>
            <a:ext cx="1331005" cy="461665"/>
          </a:xfrm>
          <a:prstGeom prst="rect">
            <a:avLst/>
          </a:prstGeom>
          <a:noFill/>
        </p:spPr>
        <p:txBody>
          <a:bodyPr wrap="none" rtlCol="0">
            <a:spAutoFit/>
          </a:bodyPr>
          <a:lstStyle/>
          <a:p>
            <a:r>
              <a:rPr lang="en-US" sz="2400" dirty="0"/>
              <a:t>Receiver</a:t>
            </a:r>
          </a:p>
        </p:txBody>
      </p:sp>
      <p:sp>
        <p:nvSpPr>
          <p:cNvPr id="67" name="Oval 66">
            <a:extLst>
              <a:ext uri="{FF2B5EF4-FFF2-40B4-BE49-F238E27FC236}">
                <a16:creationId xmlns:a16="http://schemas.microsoft.com/office/drawing/2014/main" id="{E07CBC5A-3D6C-617F-E8A1-987695A3CCDB}"/>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A3EF840-2B63-9504-6CEE-9421F3CB9AAC}"/>
                  </a:ext>
                </a:extLst>
              </p:cNvPr>
              <p:cNvSpPr txBox="1"/>
              <p:nvPr/>
            </p:nvSpPr>
            <p:spPr>
              <a:xfrm>
                <a:off x="3021077" y="901853"/>
                <a:ext cx="96695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oMath>
                  </m:oMathPara>
                </a14:m>
                <a:endParaRPr lang="en-US" sz="2400" dirty="0"/>
              </a:p>
            </p:txBody>
          </p:sp>
        </mc:Choice>
        <mc:Fallback xmlns="">
          <p:sp>
            <p:nvSpPr>
              <p:cNvPr id="70" name="TextBox 69">
                <a:extLst>
                  <a:ext uri="{FF2B5EF4-FFF2-40B4-BE49-F238E27FC236}">
                    <a16:creationId xmlns:a16="http://schemas.microsoft.com/office/drawing/2014/main" id="{1A3EF840-2B63-9504-6CEE-9421F3CB9AAC}"/>
                  </a:ext>
                </a:extLst>
              </p:cNvPr>
              <p:cNvSpPr txBox="1">
                <a:spLocks noRot="1" noChangeAspect="1" noMove="1" noResize="1" noEditPoints="1" noAdjustHandles="1" noChangeArrowheads="1" noChangeShapeType="1" noTextEdit="1"/>
              </p:cNvSpPr>
              <p:nvPr/>
            </p:nvSpPr>
            <p:spPr>
              <a:xfrm>
                <a:off x="3021077" y="901853"/>
                <a:ext cx="966950" cy="461665"/>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2289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43A3F-47C6-E5CE-48AE-CC8C7DDC7AE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2A9EBD7-284A-C7AE-4D83-F917D6E746A3}"/>
              </a:ext>
            </a:extLst>
          </p:cNvPr>
          <p:cNvSpPr>
            <a:spLocks noGrp="1"/>
          </p:cNvSpPr>
          <p:nvPr>
            <p:ph type="sldNum" sz="quarter" idx="12"/>
          </p:nvPr>
        </p:nvSpPr>
        <p:spPr>
          <a:xfrm>
            <a:off x="135311" y="6418159"/>
            <a:ext cx="391286" cy="336550"/>
          </a:xfrm>
        </p:spPr>
        <p:txBody>
          <a:bodyPr/>
          <a:lstStyle/>
          <a:p>
            <a:fld id="{250B62C5-2ACF-4D78-8FF3-37371B948607}" type="slidenum">
              <a:rPr lang="en-US" smtClean="0"/>
              <a:t>12</a:t>
            </a:fld>
            <a:endParaRPr lang="en-US"/>
          </a:p>
        </p:txBody>
      </p:sp>
      <p:grpSp>
        <p:nvGrpSpPr>
          <p:cNvPr id="2" name="Group 1">
            <a:extLst>
              <a:ext uri="{FF2B5EF4-FFF2-40B4-BE49-F238E27FC236}">
                <a16:creationId xmlns:a16="http://schemas.microsoft.com/office/drawing/2014/main" id="{21F7766D-9000-BF76-EDC5-C37D0793FEB7}"/>
              </a:ext>
            </a:extLst>
          </p:cNvPr>
          <p:cNvGrpSpPr>
            <a:grpSpLocks noChangeAspect="1"/>
          </p:cNvGrpSpPr>
          <p:nvPr/>
        </p:nvGrpSpPr>
        <p:grpSpPr>
          <a:xfrm>
            <a:off x="0" y="423141"/>
            <a:ext cx="9866805" cy="5570888"/>
            <a:chOff x="0" y="58013"/>
            <a:chExt cx="12043713" cy="6799987"/>
          </a:xfrm>
        </p:grpSpPr>
        <p:cxnSp>
          <p:nvCxnSpPr>
            <p:cNvPr id="30" name="Straight Arrow Connector 29">
              <a:extLst>
                <a:ext uri="{FF2B5EF4-FFF2-40B4-BE49-F238E27FC236}">
                  <a16:creationId xmlns:a16="http://schemas.microsoft.com/office/drawing/2014/main" id="{05845C5D-BD29-437D-1E52-E5A612ACE4D4}"/>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13DBBD3-D273-0742-3F21-AD4A41703806}"/>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 name="Oval 5">
              <a:extLst>
                <a:ext uri="{FF2B5EF4-FFF2-40B4-BE49-F238E27FC236}">
                  <a16:creationId xmlns:a16="http://schemas.microsoft.com/office/drawing/2014/main" id="{7C8D7C61-B7AE-67DF-D98C-3F1C25DCDB38}"/>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7" name="Straight Arrow Connector 6">
              <a:extLst>
                <a:ext uri="{FF2B5EF4-FFF2-40B4-BE49-F238E27FC236}">
                  <a16:creationId xmlns:a16="http://schemas.microsoft.com/office/drawing/2014/main" id="{8EA8E7D7-9CE9-EA98-0B1D-F7DDFC61423A}"/>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6227DED-3EF1-A93B-7240-5D2E0F21882E}"/>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A0DD49-A3FD-A28F-F28F-D5A2262B4DB1}"/>
                    </a:ext>
                  </a:extLst>
                </p:cNvPr>
                <p:cNvSpPr txBox="1"/>
                <p:nvPr/>
              </p:nvSpPr>
              <p:spPr>
                <a:xfrm>
                  <a:off x="8224625" y="3592145"/>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9" name="TextBox 8">
                  <a:extLst>
                    <a:ext uri="{FF2B5EF4-FFF2-40B4-BE49-F238E27FC236}">
                      <a16:creationId xmlns:a16="http://schemas.microsoft.com/office/drawing/2014/main" id="{80A0DD49-A3FD-A28F-F28F-D5A2262B4DB1}"/>
                    </a:ext>
                  </a:extLst>
                </p:cNvPr>
                <p:cNvSpPr txBox="1">
                  <a:spLocks noRot="1" noChangeAspect="1" noMove="1" noResize="1" noEditPoints="1" noAdjustHandles="1" noChangeArrowheads="1" noChangeShapeType="1" noTextEdit="1"/>
                </p:cNvSpPr>
                <p:nvPr/>
              </p:nvSpPr>
              <p:spPr>
                <a:xfrm>
                  <a:off x="8224625" y="3592145"/>
                  <a:ext cx="1006792" cy="4883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052EB99-EFD4-42A9-D4BB-984F512C4B37}"/>
                    </a:ext>
                  </a:extLst>
                </p:cNvPr>
                <p:cNvSpPr txBox="1"/>
                <p:nvPr/>
              </p:nvSpPr>
              <p:spPr>
                <a:xfrm>
                  <a:off x="8293211" y="539092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10" name="TextBox 9">
                  <a:extLst>
                    <a:ext uri="{FF2B5EF4-FFF2-40B4-BE49-F238E27FC236}">
                      <a16:creationId xmlns:a16="http://schemas.microsoft.com/office/drawing/2014/main" id="{9052EB99-EFD4-42A9-D4BB-984F512C4B37}"/>
                    </a:ext>
                  </a:extLst>
                </p:cNvPr>
                <p:cNvSpPr txBox="1">
                  <a:spLocks noRot="1" noChangeAspect="1" noMove="1" noResize="1" noEditPoints="1" noAdjustHandles="1" noChangeArrowheads="1" noChangeShapeType="1" noTextEdit="1"/>
                </p:cNvSpPr>
                <p:nvPr/>
              </p:nvSpPr>
              <p:spPr>
                <a:xfrm>
                  <a:off x="8293211" y="5390920"/>
                  <a:ext cx="1006792" cy="4883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DB9A3F-8606-A501-9031-A6359F01C6ED}"/>
                    </a:ext>
                  </a:extLst>
                </p:cNvPr>
                <p:cNvSpPr txBox="1"/>
                <p:nvPr/>
              </p:nvSpPr>
              <p:spPr>
                <a:xfrm>
                  <a:off x="5912016" y="355080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0070C0"/>
                                </a:solidFill>
                                <a:latin typeface="Cambria Math" panose="02040503050406030204" pitchFamily="18" charset="0"/>
                              </a:rPr>
                            </m:ctrlPr>
                          </m:sSubPr>
                          <m:e>
                            <m:r>
                              <m:rPr>
                                <m:sty m:val="p"/>
                              </m:rPr>
                              <a:rPr lang="de-DE" sz="2000" b="0" i="0" smtClean="0">
                                <a:solidFill>
                                  <a:srgbClr val="0070C0"/>
                                </a:solidFill>
                                <a:latin typeface="Cambria Math" panose="02040503050406030204" pitchFamily="18" charset="0"/>
                              </a:rPr>
                              <m:t>m</m:t>
                            </m:r>
                          </m:e>
                          <m:sub>
                            <m:r>
                              <a:rPr lang="de-DE" sz="2000" b="0" i="1" smtClean="0">
                                <a:solidFill>
                                  <a:srgbClr val="0070C0"/>
                                </a:solidFill>
                                <a:latin typeface="Cambria Math" panose="02040503050406030204" pitchFamily="18" charset="0"/>
                              </a:rPr>
                              <m:t>2</m:t>
                            </m:r>
                          </m:sub>
                        </m:sSub>
                      </m:oMath>
                    </m:oMathPara>
                  </a14:m>
                  <a:endParaRPr lang="en-US" sz="2000" dirty="0">
                    <a:solidFill>
                      <a:schemeClr val="tx1"/>
                    </a:solidFill>
                  </a:endParaRPr>
                </a:p>
              </p:txBody>
            </p:sp>
          </mc:Choice>
          <mc:Fallback xmlns="">
            <p:sp>
              <p:nvSpPr>
                <p:cNvPr id="11" name="TextBox 10">
                  <a:extLst>
                    <a:ext uri="{FF2B5EF4-FFF2-40B4-BE49-F238E27FC236}">
                      <a16:creationId xmlns:a16="http://schemas.microsoft.com/office/drawing/2014/main" id="{9ADB9A3F-8606-A501-9031-A6359F01C6ED}"/>
                    </a:ext>
                  </a:extLst>
                </p:cNvPr>
                <p:cNvSpPr txBox="1">
                  <a:spLocks noRot="1" noChangeAspect="1" noMove="1" noResize="1" noEditPoints="1" noAdjustHandles="1" noChangeArrowheads="1" noChangeShapeType="1" noTextEdit="1"/>
                </p:cNvSpPr>
                <p:nvPr/>
              </p:nvSpPr>
              <p:spPr>
                <a:xfrm>
                  <a:off x="5912016" y="3550800"/>
                  <a:ext cx="1006792" cy="488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4ED960-1045-F9C7-2EFC-BC5FDE2CBC53}"/>
                    </a:ext>
                  </a:extLst>
                </p:cNvPr>
                <p:cNvSpPr txBox="1"/>
                <p:nvPr/>
              </p:nvSpPr>
              <p:spPr>
                <a:xfrm>
                  <a:off x="5952798" y="5394684"/>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accent6">
                                    <a:lumMod val="75000"/>
                                  </a:schemeClr>
                                </a:solidFill>
                                <a:latin typeface="Cambria Math" panose="02040503050406030204" pitchFamily="18" charset="0"/>
                              </a:rPr>
                            </m:ctrlPr>
                          </m:sSubPr>
                          <m:e>
                            <m:r>
                              <m:rPr>
                                <m:sty m:val="p"/>
                              </m:rPr>
                              <a:rPr lang="de-DE" sz="2000" b="0" i="0" smtClean="0">
                                <a:solidFill>
                                  <a:schemeClr val="accent6">
                                    <a:lumMod val="75000"/>
                                  </a:schemeClr>
                                </a:solidFill>
                                <a:latin typeface="Cambria Math" panose="02040503050406030204" pitchFamily="18" charset="0"/>
                              </a:rPr>
                              <m:t>m</m:t>
                            </m:r>
                          </m:e>
                          <m:sub>
                            <m:r>
                              <a:rPr lang="de-DE" sz="2000" b="0" i="1" smtClean="0">
                                <a:solidFill>
                                  <a:schemeClr val="accent6">
                                    <a:lumMod val="75000"/>
                                  </a:schemeClr>
                                </a:solidFill>
                                <a:latin typeface="Cambria Math" panose="02040503050406030204" pitchFamily="18" charset="0"/>
                              </a:rPr>
                              <m:t>3</m:t>
                            </m:r>
                          </m:sub>
                        </m:sSub>
                      </m:oMath>
                    </m:oMathPara>
                  </a14:m>
                  <a:endParaRPr lang="en-US" sz="2000" dirty="0">
                    <a:solidFill>
                      <a:schemeClr val="tx1"/>
                    </a:solidFill>
                  </a:endParaRPr>
                </a:p>
              </p:txBody>
            </p:sp>
          </mc:Choice>
          <mc:Fallback xmlns="">
            <p:sp>
              <p:nvSpPr>
                <p:cNvPr id="12" name="TextBox 11">
                  <a:extLst>
                    <a:ext uri="{FF2B5EF4-FFF2-40B4-BE49-F238E27FC236}">
                      <a16:creationId xmlns:a16="http://schemas.microsoft.com/office/drawing/2014/main" id="{0E4ED960-1045-F9C7-2EFC-BC5FDE2CBC53}"/>
                    </a:ext>
                  </a:extLst>
                </p:cNvPr>
                <p:cNvSpPr txBox="1">
                  <a:spLocks noRot="1" noChangeAspect="1" noMove="1" noResize="1" noEditPoints="1" noAdjustHandles="1" noChangeArrowheads="1" noChangeShapeType="1" noTextEdit="1"/>
                </p:cNvSpPr>
                <p:nvPr/>
              </p:nvSpPr>
              <p:spPr>
                <a:xfrm>
                  <a:off x="5952798" y="5394684"/>
                  <a:ext cx="1006792" cy="488386"/>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0FCF814A-13CB-1CEA-5809-DCF08C987BAA}"/>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4" name="Straight Arrow Connector 13">
              <a:extLst>
                <a:ext uri="{FF2B5EF4-FFF2-40B4-BE49-F238E27FC236}">
                  <a16:creationId xmlns:a16="http://schemas.microsoft.com/office/drawing/2014/main" id="{DDD03AC0-B3EC-9AA5-C1A8-10C7C7F93F14}"/>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BEA55A0-A898-A7FF-65D6-88994CBDF206}"/>
                    </a:ext>
                  </a:extLst>
                </p:cNvPr>
                <p:cNvSpPr txBox="1"/>
                <p:nvPr/>
              </p:nvSpPr>
              <p:spPr>
                <a:xfrm>
                  <a:off x="4594773" y="4312450"/>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15" name="TextBox 14">
                  <a:extLst>
                    <a:ext uri="{FF2B5EF4-FFF2-40B4-BE49-F238E27FC236}">
                      <a16:creationId xmlns:a16="http://schemas.microsoft.com/office/drawing/2014/main" id="{6BEA55A0-A898-A7FF-65D6-88994CBDF206}"/>
                    </a:ext>
                  </a:extLst>
                </p:cNvPr>
                <p:cNvSpPr txBox="1">
                  <a:spLocks noRot="1" noChangeAspect="1" noMove="1" noResize="1" noEditPoints="1" noAdjustHandles="1" noChangeArrowheads="1" noChangeShapeType="1" noTextEdit="1"/>
                </p:cNvSpPr>
                <p:nvPr/>
              </p:nvSpPr>
              <p:spPr>
                <a:xfrm>
                  <a:off x="4594773" y="4312450"/>
                  <a:ext cx="642780" cy="488386"/>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CA066B0-F564-C542-8E6E-F86752336000}"/>
                </a:ext>
              </a:extLst>
            </p:cNvPr>
            <p:cNvCxnSpPr>
              <a:cxnSpLocks/>
              <a:stCxn id="59" idx="3"/>
              <a:endCxn id="24" idx="1"/>
            </p:cNvCxnSpPr>
            <p:nvPr/>
          </p:nvCxnSpPr>
          <p:spPr>
            <a:xfrm>
              <a:off x="3886356" y="4777001"/>
              <a:ext cx="1666789" cy="104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471104D-CAF3-5038-EBED-25B3D0288361}"/>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CB89A0DD-7238-CE30-4168-D802977DA6A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9" name="Straight Arrow Connector 18">
              <a:extLst>
                <a:ext uri="{FF2B5EF4-FFF2-40B4-BE49-F238E27FC236}">
                  <a16:creationId xmlns:a16="http://schemas.microsoft.com/office/drawing/2014/main" id="{7EE95C04-8489-3195-81B6-710A1D08AD22}"/>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09DA66C-8552-B28A-ABB1-17606CD19EC7}"/>
                    </a:ext>
                  </a:extLst>
                </p:cNvPr>
                <p:cNvSpPr txBox="1"/>
                <p:nvPr/>
              </p:nvSpPr>
              <p:spPr>
                <a:xfrm>
                  <a:off x="9534117" y="4230272"/>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a:rPr lang="de-DE" sz="2000" b="0" i="1" smtClean="0">
                                <a:latin typeface="Cambria Math" panose="02040503050406030204" pitchFamily="18" charset="0"/>
                              </a:rPr>
                              <m:t>5</m:t>
                            </m:r>
                          </m:sub>
                        </m:sSub>
                      </m:oMath>
                    </m:oMathPara>
                  </a14:m>
                  <a:endParaRPr lang="en-US" sz="2000" dirty="0"/>
                </a:p>
              </p:txBody>
            </p:sp>
          </mc:Choice>
          <mc:Fallback xmlns="">
            <p:sp>
              <p:nvSpPr>
                <p:cNvPr id="20" name="TextBox 19">
                  <a:extLst>
                    <a:ext uri="{FF2B5EF4-FFF2-40B4-BE49-F238E27FC236}">
                      <a16:creationId xmlns:a16="http://schemas.microsoft.com/office/drawing/2014/main" id="{E09DA66C-8552-B28A-ABB1-17606CD19EC7}"/>
                    </a:ext>
                  </a:extLst>
                </p:cNvPr>
                <p:cNvSpPr txBox="1">
                  <a:spLocks noRot="1" noChangeAspect="1" noMove="1" noResize="1" noEditPoints="1" noAdjustHandles="1" noChangeArrowheads="1" noChangeShapeType="1" noTextEdit="1"/>
                </p:cNvSpPr>
                <p:nvPr/>
              </p:nvSpPr>
              <p:spPr>
                <a:xfrm>
                  <a:off x="9534117" y="4230272"/>
                  <a:ext cx="1006792" cy="4883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298D320-3228-C3D6-2732-4F37AA47820D}"/>
                    </a:ext>
                  </a:extLst>
                </p:cNvPr>
                <p:cNvSpPr txBox="1"/>
                <p:nvPr/>
              </p:nvSpPr>
              <p:spPr>
                <a:xfrm>
                  <a:off x="7298156" y="3438526"/>
                  <a:ext cx="65640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298D320-3228-C3D6-2732-4F37AA47820D}"/>
                    </a:ext>
                  </a:extLst>
                </p:cNvPr>
                <p:cNvSpPr txBox="1">
                  <a:spLocks noRot="1" noChangeAspect="1" noMove="1" noResize="1" noEditPoints="1" noAdjustHandles="1" noChangeArrowheads="1" noChangeShapeType="1" noTextEdit="1"/>
                </p:cNvSpPr>
                <p:nvPr/>
              </p:nvSpPr>
              <p:spPr>
                <a:xfrm>
                  <a:off x="7298156" y="3438526"/>
                  <a:ext cx="656402" cy="48838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161631C-5624-57F6-DDEE-2296C332351A}"/>
                    </a:ext>
                  </a:extLst>
                </p:cNvPr>
                <p:cNvSpPr txBox="1"/>
                <p:nvPr/>
              </p:nvSpPr>
              <p:spPr>
                <a:xfrm>
                  <a:off x="7384705" y="5654213"/>
                  <a:ext cx="495606"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23" name="TextBox 22">
                  <a:extLst>
                    <a:ext uri="{FF2B5EF4-FFF2-40B4-BE49-F238E27FC236}">
                      <a16:creationId xmlns:a16="http://schemas.microsoft.com/office/drawing/2014/main" id="{3161631C-5624-57F6-DDEE-2296C332351A}"/>
                    </a:ext>
                  </a:extLst>
                </p:cNvPr>
                <p:cNvSpPr txBox="1">
                  <a:spLocks noRot="1" noChangeAspect="1" noMove="1" noResize="1" noEditPoints="1" noAdjustHandles="1" noChangeArrowheads="1" noChangeShapeType="1" noTextEdit="1"/>
                </p:cNvSpPr>
                <p:nvPr/>
              </p:nvSpPr>
              <p:spPr>
                <a:xfrm>
                  <a:off x="7384705" y="5654213"/>
                  <a:ext cx="495606" cy="488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FCDF42-3D94-CB7B-1C62-7031F205AF9D}"/>
                    </a:ext>
                  </a:extLst>
                </p:cNvPr>
                <p:cNvSpPr txBox="1"/>
                <p:nvPr/>
              </p:nvSpPr>
              <p:spPr>
                <a:xfrm>
                  <a:off x="5553145" y="454328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5AFCDF42-3D94-CB7B-1C62-7031F205AF9D}"/>
                    </a:ext>
                  </a:extLst>
                </p:cNvPr>
                <p:cNvSpPr txBox="1">
                  <a:spLocks noRot="1" noChangeAspect="1" noMove="1" noResize="1" noEditPoints="1" noAdjustHandles="1" noChangeArrowheads="1" noChangeShapeType="1" noTextEdit="1"/>
                </p:cNvSpPr>
                <p:nvPr/>
              </p:nvSpPr>
              <p:spPr>
                <a:xfrm>
                  <a:off x="5553145" y="4543284"/>
                  <a:ext cx="527465" cy="488386"/>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7A24FD1-B664-51DE-284F-6B5B8FAC55D6}"/>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8" name="Straight Connector 27">
              <a:extLst>
                <a:ext uri="{FF2B5EF4-FFF2-40B4-BE49-F238E27FC236}">
                  <a16:creationId xmlns:a16="http://schemas.microsoft.com/office/drawing/2014/main" id="{B786709F-0005-62C2-7094-39303C3C6F64}"/>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2549734C-6058-ED45-204C-9A135258E468}"/>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m:rPr>
                                <m:sty m:val="p"/>
                              </m:rPr>
                              <a:rPr lang="de-DE" sz="1600" b="0" i="1" smtClean="0">
                                <a:latin typeface="Cambria Math" panose="02040503050406030204" pitchFamily="18" charset="0"/>
                              </a:rPr>
                              <m:t>z</m:t>
                            </m:r>
                          </m:e>
                          <m:sup>
                            <m:r>
                              <a:rPr lang="de-DE" sz="1600" b="0" i="1" smtClean="0">
                                <a:latin typeface="Cambria Math" panose="02040503050406030204" pitchFamily="18" charset="0"/>
                              </a:rPr>
                              <m:t>−</m:t>
                            </m:r>
                            <m:r>
                              <a:rPr lang="de-DE" sz="1600" b="0" i="1" smtClean="0">
                                <a:latin typeface="Cambria Math" panose="02040503050406030204" pitchFamily="18" charset="0"/>
                              </a:rPr>
                              <m:t>1</m:t>
                            </m:r>
                          </m:sup>
                        </m:sSup>
                      </m:oMath>
                    </m:oMathPara>
                  </a14:m>
                  <a:endParaRPr lang="en-US" sz="1600" dirty="0"/>
                </a:p>
              </p:txBody>
            </p:sp>
          </mc:Choice>
          <mc:Fallback xmlns="">
            <p:sp>
              <p:nvSpPr>
                <p:cNvPr id="29" name="Rectangle: Rounded Corners 28">
                  <a:extLst>
                    <a:ext uri="{FF2B5EF4-FFF2-40B4-BE49-F238E27FC236}">
                      <a16:creationId xmlns:a16="http://schemas.microsoft.com/office/drawing/2014/main" id="{2549734C-6058-ED45-204C-9A135258E468}"/>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3B45A1C2-4BF1-1451-E366-17DA8665ECF6}"/>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C202F91-1E89-2F89-FE72-BAA1B634663F}"/>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9618495-F57B-3E94-E458-40865FD38D00}"/>
                    </a:ext>
                  </a:extLst>
                </p:cNvPr>
                <p:cNvSpPr txBox="1"/>
                <p:nvPr/>
              </p:nvSpPr>
              <p:spPr>
                <a:xfrm>
                  <a:off x="8996705" y="454499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xmlns="">
            <p:sp>
              <p:nvSpPr>
                <p:cNvPr id="38" name="TextBox 37">
                  <a:extLst>
                    <a:ext uri="{FF2B5EF4-FFF2-40B4-BE49-F238E27FC236}">
                      <a16:creationId xmlns:a16="http://schemas.microsoft.com/office/drawing/2014/main" id="{39618495-F57B-3E94-E458-40865FD38D00}"/>
                    </a:ext>
                  </a:extLst>
                </p:cNvPr>
                <p:cNvSpPr txBox="1">
                  <a:spLocks noRot="1" noChangeAspect="1" noMove="1" noResize="1" noEditPoints="1" noAdjustHandles="1" noChangeArrowheads="1" noChangeShapeType="1" noTextEdit="1"/>
                </p:cNvSpPr>
                <p:nvPr/>
              </p:nvSpPr>
              <p:spPr>
                <a:xfrm>
                  <a:off x="8996705" y="4544994"/>
                  <a:ext cx="527465" cy="488386"/>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711C2E01-344B-B5CF-7568-E9EEAB003D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934DC3F9-B263-7ADF-9A4E-A1064682069E}"/>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DB8D043-8754-7F09-1831-A7E947AA9BF2}"/>
                </a:ext>
              </a:extLst>
            </p:cNvPr>
            <p:cNvSpPr txBox="1"/>
            <p:nvPr/>
          </p:nvSpPr>
          <p:spPr>
            <a:xfrm>
              <a:off x="5441119" y="3206908"/>
              <a:ext cx="667617" cy="488386"/>
            </a:xfrm>
            <a:prstGeom prst="rect">
              <a:avLst/>
            </a:prstGeom>
            <a:noFill/>
          </p:spPr>
          <p:txBody>
            <a:bodyPr wrap="none" rtlCol="0">
              <a:spAutoFit/>
            </a:bodyPr>
            <a:lstStyle/>
            <a:p>
              <a:r>
                <a:rPr lang="en-US" sz="2000" dirty="0"/>
                <a:t>NN</a:t>
              </a:r>
            </a:p>
          </p:txBody>
        </p:sp>
        <p:sp>
          <p:nvSpPr>
            <p:cNvPr id="47" name="Rectangle 46">
              <a:extLst>
                <a:ext uri="{FF2B5EF4-FFF2-40B4-BE49-F238E27FC236}">
                  <a16:creationId xmlns:a16="http://schemas.microsoft.com/office/drawing/2014/main" id="{19CB5A84-297E-4DF0-FA88-244832A8AC6F}"/>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DFA9E20F-3235-7F2F-A7E9-AA7E5B206F01}"/>
                    </a:ext>
                  </a:extLst>
                </p:cNvPr>
                <p:cNvSpPr txBox="1"/>
                <p:nvPr/>
              </p:nvSpPr>
              <p:spPr>
                <a:xfrm>
                  <a:off x="0" y="5134714"/>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m:rPr>
                                <m:sty m:val="p"/>
                              </m:rPr>
                              <a:rPr lang="de-DE" sz="2000" b="0" i="1" smtClean="0">
                                <a:solidFill>
                                  <a:schemeClr val="tx1"/>
                                </a:solidFill>
                                <a:latin typeface="Cambria Math" panose="02040503050406030204" pitchFamily="18" charset="0"/>
                              </a:rPr>
                              <m:t>in</m:t>
                            </m:r>
                          </m:sub>
                        </m:sSub>
                      </m:oMath>
                    </m:oMathPara>
                  </a14:m>
                  <a:endParaRPr lang="en-US" sz="2000" dirty="0">
                    <a:solidFill>
                      <a:schemeClr val="tx1"/>
                    </a:solidFill>
                  </a:endParaRPr>
                </a:p>
              </p:txBody>
            </p:sp>
          </mc:Choice>
          <mc:Fallback xmlns="">
            <p:sp>
              <p:nvSpPr>
                <p:cNvPr id="49" name="TextBox 48">
                  <a:extLst>
                    <a:ext uri="{FF2B5EF4-FFF2-40B4-BE49-F238E27FC236}">
                      <a16:creationId xmlns:a16="http://schemas.microsoft.com/office/drawing/2014/main" id="{DFA9E20F-3235-7F2F-A7E9-AA7E5B206F01}"/>
                    </a:ext>
                  </a:extLst>
                </p:cNvPr>
                <p:cNvSpPr txBox="1">
                  <a:spLocks noRot="1" noChangeAspect="1" noMove="1" noResize="1" noEditPoints="1" noAdjustHandles="1" noChangeArrowheads="1" noChangeShapeType="1" noTextEdit="1"/>
                </p:cNvSpPr>
                <p:nvPr/>
              </p:nvSpPr>
              <p:spPr>
                <a:xfrm>
                  <a:off x="0" y="5134714"/>
                  <a:ext cx="642780" cy="488386"/>
                </a:xfrm>
                <a:prstGeom prst="rect">
                  <a:avLst/>
                </a:prstGeom>
                <a:blipFill>
                  <a:blip r:embed="rId14"/>
                  <a:stretch>
                    <a:fillRect r="-4651" b="-1538"/>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F314ED3C-1C5E-8A29-60D3-11106253B277}"/>
                </a:ext>
              </a:extLst>
            </p:cNvPr>
            <p:cNvSpPr txBox="1"/>
            <p:nvPr/>
          </p:nvSpPr>
          <p:spPr>
            <a:xfrm>
              <a:off x="804196" y="3138127"/>
              <a:ext cx="2667649" cy="488386"/>
            </a:xfrm>
            <a:prstGeom prst="rect">
              <a:avLst/>
            </a:prstGeom>
            <a:noFill/>
          </p:spPr>
          <p:txBody>
            <a:bodyPr wrap="none" rtlCol="0">
              <a:spAutoFit/>
            </a:bodyPr>
            <a:lstStyle/>
            <a:p>
              <a:r>
                <a:rPr lang="en-US" sz="2000" dirty="0"/>
                <a:t>Feature extraction</a:t>
              </a:r>
            </a:p>
          </p:txBody>
        </p:sp>
        <p:cxnSp>
          <p:nvCxnSpPr>
            <p:cNvPr id="58" name="Connector: Elbow 57">
              <a:extLst>
                <a:ext uri="{FF2B5EF4-FFF2-40B4-BE49-F238E27FC236}">
                  <a16:creationId xmlns:a16="http://schemas.microsoft.com/office/drawing/2014/main" id="{3FB76E3D-8ADE-CCD4-A639-BC1DB8875630}"/>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93B06C1D-22D8-4082-4893-FC4BF04A2182}"/>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66" name="Connector: Elbow 65">
              <a:extLst>
                <a:ext uri="{FF2B5EF4-FFF2-40B4-BE49-F238E27FC236}">
                  <a16:creationId xmlns:a16="http://schemas.microsoft.com/office/drawing/2014/main" id="{11C2D39D-C677-A608-68FC-C1B26F54475C}"/>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7B5E5544-2320-4C27-36E5-07297985DFB0}"/>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28A441B-3680-2F86-4496-8C0EA3B33128}"/>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BE9CFBD-4E16-5404-C279-C0D6CECC2104}"/>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2F2BE57F-2A1B-997F-52C7-3791A48AB5AF}"/>
                </a:ext>
              </a:extLst>
            </p:cNvPr>
            <p:cNvSpPr txBox="1"/>
            <p:nvPr/>
          </p:nvSpPr>
          <p:spPr>
            <a:xfrm>
              <a:off x="3095889" y="4155286"/>
              <a:ext cx="1112485" cy="413249"/>
            </a:xfrm>
            <a:prstGeom prst="rect">
              <a:avLst/>
            </a:prstGeom>
            <a:noFill/>
          </p:spPr>
          <p:txBody>
            <a:bodyPr wrap="none" rtlCol="0">
              <a:spAutoFit/>
            </a:bodyPr>
            <a:lstStyle/>
            <a:p>
              <a:r>
                <a:rPr lang="en-US" sz="1600" dirty="0"/>
                <a:t>Counter</a:t>
              </a:r>
            </a:p>
          </p:txBody>
        </p:sp>
        <p:cxnSp>
          <p:nvCxnSpPr>
            <p:cNvPr id="32" name="Straight Arrow Connector 31">
              <a:extLst>
                <a:ext uri="{FF2B5EF4-FFF2-40B4-BE49-F238E27FC236}">
                  <a16:creationId xmlns:a16="http://schemas.microsoft.com/office/drawing/2014/main" id="{8214A08A-12B1-D3E7-91D5-B6FEBC746B3D}"/>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98273D-1BD6-C055-FABF-EADCB576C95D}"/>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81233B6-794E-B432-EB96-7EAD1DD55407}"/>
                </a:ext>
              </a:extLst>
            </p:cNvPr>
            <p:cNvSpPr txBox="1"/>
            <p:nvPr/>
          </p:nvSpPr>
          <p:spPr>
            <a:xfrm>
              <a:off x="11211736" y="2310914"/>
              <a:ext cx="831977" cy="488386"/>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72A011E-0D68-B42E-2BC7-20F04A37BF76}"/>
                    </a:ext>
                  </a:extLst>
                </p:cNvPr>
                <p:cNvSpPr txBox="1"/>
                <p:nvPr/>
              </p:nvSpPr>
              <p:spPr>
                <a:xfrm>
                  <a:off x="7668160" y="257351"/>
                  <a:ext cx="1085484" cy="4883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6" name="TextBox 35">
                  <a:extLst>
                    <a:ext uri="{FF2B5EF4-FFF2-40B4-BE49-F238E27FC236}">
                      <a16:creationId xmlns:a16="http://schemas.microsoft.com/office/drawing/2014/main" id="{F72A011E-0D68-B42E-2BC7-20F04A37BF76}"/>
                    </a:ext>
                  </a:extLst>
                </p:cNvPr>
                <p:cNvSpPr txBox="1">
                  <a:spLocks noRot="1" noChangeAspect="1" noMove="1" noResize="1" noEditPoints="1" noAdjustHandles="1" noChangeArrowheads="1" noChangeShapeType="1" noTextEdit="1"/>
                </p:cNvSpPr>
                <p:nvPr/>
              </p:nvSpPr>
              <p:spPr>
                <a:xfrm>
                  <a:off x="7668160" y="257351"/>
                  <a:ext cx="1085484" cy="488386"/>
                </a:xfrm>
                <a:prstGeom prst="rect">
                  <a:avLst/>
                </a:prstGeom>
                <a:blipFill>
                  <a:blip r:embed="rId15"/>
                  <a:stretch>
                    <a:fillRect r="-690" b="-15152"/>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5D632AE7-FD0C-1BF1-5F23-64C3ADCA0FB5}"/>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AD3A619-FB5F-3262-91D7-C5D9808DB2ED}"/>
                    </a:ext>
                  </a:extLst>
                </p:cNvPr>
                <p:cNvSpPr txBox="1"/>
                <p:nvPr/>
              </p:nvSpPr>
              <p:spPr>
                <a:xfrm>
                  <a:off x="9171514" y="2269369"/>
                  <a:ext cx="1537632" cy="7136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m:rPr>
                                <m:sty m:val="p"/>
                              </m:rPr>
                              <a:rPr lang="en-US" sz="2000" b="0" i="0" smtClean="0">
                                <a:latin typeface="Cambria Math" panose="02040503050406030204" pitchFamily="18" charset="0"/>
                              </a:rPr>
                              <m:t>peak</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num>
                          <m:den>
                            <m:r>
                              <a:rPr lang="en-US" sz="2000" b="0" i="1" smtClean="0">
                                <a:latin typeface="Cambria Math" panose="02040503050406030204" pitchFamily="18" charset="0"/>
                              </a:rPr>
                              <m:t>6</m:t>
                            </m:r>
                            <m:r>
                              <a:rPr lang="en-US" sz="2000" b="0" i="1" smtClean="0">
                                <a:latin typeface="Cambria Math" panose="02040503050406030204" pitchFamily="18" charset="0"/>
                              </a:rPr>
                              <m:t>𝐷</m:t>
                            </m:r>
                          </m:den>
                        </m:f>
                      </m:oMath>
                    </m:oMathPara>
                  </a14:m>
                  <a:endParaRPr lang="en-DE" sz="2000" dirty="0"/>
                </a:p>
              </p:txBody>
            </p:sp>
          </mc:Choice>
          <mc:Fallback xmlns="">
            <p:sp>
              <p:nvSpPr>
                <p:cNvPr id="40" name="TextBox 39">
                  <a:extLst>
                    <a:ext uri="{FF2B5EF4-FFF2-40B4-BE49-F238E27FC236}">
                      <a16:creationId xmlns:a16="http://schemas.microsoft.com/office/drawing/2014/main" id="{1AD3A619-FB5F-3262-91D7-C5D9808DB2ED}"/>
                    </a:ext>
                  </a:extLst>
                </p:cNvPr>
                <p:cNvSpPr txBox="1">
                  <a:spLocks noRot="1" noChangeAspect="1" noMove="1" noResize="1" noEditPoints="1" noAdjustHandles="1" noChangeArrowheads="1" noChangeShapeType="1" noTextEdit="1"/>
                </p:cNvSpPr>
                <p:nvPr/>
              </p:nvSpPr>
              <p:spPr>
                <a:xfrm>
                  <a:off x="9171514" y="2269369"/>
                  <a:ext cx="1537632" cy="713637"/>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5F0A6E6A-1ACB-D0F9-89B1-6B54809087EA}"/>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sz="1600"/>
            </a:p>
          </p:txBody>
        </p:sp>
        <p:cxnSp>
          <p:nvCxnSpPr>
            <p:cNvPr id="42" name="Straight Connector 41">
              <a:extLst>
                <a:ext uri="{FF2B5EF4-FFF2-40B4-BE49-F238E27FC236}">
                  <a16:creationId xmlns:a16="http://schemas.microsoft.com/office/drawing/2014/main" id="{1CEF9FF9-BB96-E1E2-8943-A6D5EB6E747A}"/>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0E14A44E-C081-81DC-B3C1-F8E2BB15AC99}"/>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5" name="Oval 44">
              <a:extLst>
                <a:ext uri="{FF2B5EF4-FFF2-40B4-BE49-F238E27FC236}">
                  <a16:creationId xmlns:a16="http://schemas.microsoft.com/office/drawing/2014/main" id="{DAF237DC-3673-B80D-8720-60839A7F4F15}"/>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8" name="TextBox 47">
              <a:extLst>
                <a:ext uri="{FF2B5EF4-FFF2-40B4-BE49-F238E27FC236}">
                  <a16:creationId xmlns:a16="http://schemas.microsoft.com/office/drawing/2014/main" id="{803EAA5C-D9F8-74D7-97A2-0588DDAA1435}"/>
                </a:ext>
              </a:extLst>
            </p:cNvPr>
            <p:cNvSpPr txBox="1"/>
            <p:nvPr/>
          </p:nvSpPr>
          <p:spPr>
            <a:xfrm>
              <a:off x="995699" y="91036"/>
              <a:ext cx="2515185" cy="488386"/>
            </a:xfrm>
            <a:prstGeom prst="rect">
              <a:avLst/>
            </a:prstGeom>
            <a:noFill/>
          </p:spPr>
          <p:txBody>
            <a:bodyPr wrap="none" rtlCol="0">
              <a:spAutoFit/>
            </a:bodyPr>
            <a:lstStyle/>
            <a:p>
              <a:r>
                <a:rPr lang="en-US" sz="2000" dirty="0"/>
                <a:t>Point Transmitter</a:t>
              </a:r>
            </a:p>
          </p:txBody>
        </p:sp>
        <p:sp>
          <p:nvSpPr>
            <p:cNvPr id="51" name="Oval 50">
              <a:extLst>
                <a:ext uri="{FF2B5EF4-FFF2-40B4-BE49-F238E27FC236}">
                  <a16:creationId xmlns:a16="http://schemas.microsoft.com/office/drawing/2014/main" id="{3AE079FD-15E2-3464-691C-E9BFFDE9E860}"/>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2" name="Oval 51">
              <a:extLst>
                <a:ext uri="{FF2B5EF4-FFF2-40B4-BE49-F238E27FC236}">
                  <a16:creationId xmlns:a16="http://schemas.microsoft.com/office/drawing/2014/main" id="{ED9B697D-DE9D-CF05-EF0B-D4F161A9CF98}"/>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5556631-50F1-A427-DE0B-5FF1D723D698}"/>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4" name="Oval 53">
              <a:extLst>
                <a:ext uri="{FF2B5EF4-FFF2-40B4-BE49-F238E27FC236}">
                  <a16:creationId xmlns:a16="http://schemas.microsoft.com/office/drawing/2014/main" id="{3787ECDA-E28D-5816-FDEF-DB3207B6D479}"/>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5" name="Oval 54">
              <a:extLst>
                <a:ext uri="{FF2B5EF4-FFF2-40B4-BE49-F238E27FC236}">
                  <a16:creationId xmlns:a16="http://schemas.microsoft.com/office/drawing/2014/main" id="{205D3EC4-BDF7-E2E2-DC38-940760A2DFED}"/>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428DCA46-DC92-C9B0-480F-680019A15D28}"/>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7" name="Oval 56">
              <a:extLst>
                <a:ext uri="{FF2B5EF4-FFF2-40B4-BE49-F238E27FC236}">
                  <a16:creationId xmlns:a16="http://schemas.microsoft.com/office/drawing/2014/main" id="{5D60D9EB-3EBB-D02D-D947-0E6F51F9B74E}"/>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0" name="Oval 59">
              <a:extLst>
                <a:ext uri="{FF2B5EF4-FFF2-40B4-BE49-F238E27FC236}">
                  <a16:creationId xmlns:a16="http://schemas.microsoft.com/office/drawing/2014/main" id="{6EDA4558-79AC-C1BF-D40C-AF5187A06FF9}"/>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1" name="Oval 60">
              <a:extLst>
                <a:ext uri="{FF2B5EF4-FFF2-40B4-BE49-F238E27FC236}">
                  <a16:creationId xmlns:a16="http://schemas.microsoft.com/office/drawing/2014/main" id="{1BB8F857-AC56-8C14-BA0E-341FACB009BE}"/>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2" name="Oval 61">
              <a:extLst>
                <a:ext uri="{FF2B5EF4-FFF2-40B4-BE49-F238E27FC236}">
                  <a16:creationId xmlns:a16="http://schemas.microsoft.com/office/drawing/2014/main" id="{D9FA7B33-A502-1541-1284-54B06C82AF3A}"/>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3" name="Oval 62">
              <a:extLst>
                <a:ext uri="{FF2B5EF4-FFF2-40B4-BE49-F238E27FC236}">
                  <a16:creationId xmlns:a16="http://schemas.microsoft.com/office/drawing/2014/main" id="{3086C7CE-3B0F-1D9C-9D0E-D26D579A88F7}"/>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4" name="Oval 63">
              <a:extLst>
                <a:ext uri="{FF2B5EF4-FFF2-40B4-BE49-F238E27FC236}">
                  <a16:creationId xmlns:a16="http://schemas.microsoft.com/office/drawing/2014/main" id="{E092FAD9-6FE7-87CE-31DD-F7F4D0A064BE}"/>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5" name="TextBox 64">
              <a:extLst>
                <a:ext uri="{FF2B5EF4-FFF2-40B4-BE49-F238E27FC236}">
                  <a16:creationId xmlns:a16="http://schemas.microsoft.com/office/drawing/2014/main" id="{4F00423D-59A7-320B-D9CC-039AA6B4D607}"/>
                </a:ext>
              </a:extLst>
            </p:cNvPr>
            <p:cNvSpPr txBox="1"/>
            <p:nvPr/>
          </p:nvSpPr>
          <p:spPr>
            <a:xfrm>
              <a:off x="4919787" y="58013"/>
              <a:ext cx="1390490" cy="488386"/>
            </a:xfrm>
            <a:prstGeom prst="rect">
              <a:avLst/>
            </a:prstGeom>
            <a:noFill/>
          </p:spPr>
          <p:txBody>
            <a:bodyPr wrap="none" rtlCol="0">
              <a:spAutoFit/>
            </a:bodyPr>
            <a:lstStyle/>
            <a:p>
              <a:r>
                <a:rPr lang="en-US" sz="2000" dirty="0"/>
                <a:t>Receiver</a:t>
              </a:r>
            </a:p>
          </p:txBody>
        </p:sp>
        <p:sp>
          <p:nvSpPr>
            <p:cNvPr id="67" name="Oval 66">
              <a:extLst>
                <a:ext uri="{FF2B5EF4-FFF2-40B4-BE49-F238E27FC236}">
                  <a16:creationId xmlns:a16="http://schemas.microsoft.com/office/drawing/2014/main" id="{A0613E39-7A74-7387-9E2A-A0CAE052B6E2}"/>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FBC9F20-A4C2-4F66-8DDE-9B642D56BB59}"/>
                    </a:ext>
                  </a:extLst>
                </p:cNvPr>
                <p:cNvSpPr txBox="1"/>
                <p:nvPr/>
              </p:nvSpPr>
              <p:spPr>
                <a:xfrm>
                  <a:off x="3021077" y="901853"/>
                  <a:ext cx="966948"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oMath>
                    </m:oMathPara>
                  </a14:m>
                  <a:endParaRPr lang="en-US" sz="2000" dirty="0"/>
                </a:p>
              </p:txBody>
            </p:sp>
          </mc:Choice>
          <mc:Fallback xmlns="">
            <p:sp>
              <p:nvSpPr>
                <p:cNvPr id="70" name="TextBox 69">
                  <a:extLst>
                    <a:ext uri="{FF2B5EF4-FFF2-40B4-BE49-F238E27FC236}">
                      <a16:creationId xmlns:a16="http://schemas.microsoft.com/office/drawing/2014/main" id="{AFBC9F20-A4C2-4F66-8DDE-9B642D56BB59}"/>
                    </a:ext>
                  </a:extLst>
                </p:cNvPr>
                <p:cNvSpPr txBox="1">
                  <a:spLocks noRot="1" noChangeAspect="1" noMove="1" noResize="1" noEditPoints="1" noAdjustHandles="1" noChangeArrowheads="1" noChangeShapeType="1" noTextEdit="1"/>
                </p:cNvSpPr>
                <p:nvPr/>
              </p:nvSpPr>
              <p:spPr>
                <a:xfrm>
                  <a:off x="3021077" y="901853"/>
                  <a:ext cx="966948" cy="488386"/>
                </a:xfrm>
                <a:prstGeom prst="rect">
                  <a:avLst/>
                </a:prstGeom>
                <a:blipFill>
                  <a:blip r:embed="rId18"/>
                  <a:stretch>
                    <a:fillRect b="-1538"/>
                  </a:stretch>
                </a:blipFill>
              </p:spPr>
              <p:txBody>
                <a:bodyPr/>
                <a:lstStyle/>
                <a:p>
                  <a:r>
                    <a:rPr lang="en-US">
                      <a:noFill/>
                    </a:rPr>
                    <a:t> </a:t>
                  </a:r>
                </a:p>
              </p:txBody>
            </p:sp>
          </mc:Fallback>
        </mc:AlternateContent>
      </p:grpSp>
      <p:sp>
        <p:nvSpPr>
          <p:cNvPr id="94" name="Rectangle: Rounded Corners 93">
            <a:extLst>
              <a:ext uri="{FF2B5EF4-FFF2-40B4-BE49-F238E27FC236}">
                <a16:creationId xmlns:a16="http://schemas.microsoft.com/office/drawing/2014/main" id="{D49C2E49-031A-0F9A-A135-9D385EB51FAA}"/>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5" name="Rectangle: Rounded Corners 94">
            <a:extLst>
              <a:ext uri="{FF2B5EF4-FFF2-40B4-BE49-F238E27FC236}">
                <a16:creationId xmlns:a16="http://schemas.microsoft.com/office/drawing/2014/main" id="{969C5C9E-8737-5B7F-E60D-F3142910F3F0}"/>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6" name="Rectangle: Rounded Corners 95">
            <a:extLst>
              <a:ext uri="{FF2B5EF4-FFF2-40B4-BE49-F238E27FC236}">
                <a16:creationId xmlns:a16="http://schemas.microsoft.com/office/drawing/2014/main" id="{2432D0B7-6D8E-9E69-54AC-A427CE81151F}"/>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6F02F2E3-48F4-432F-5C9C-835823C9FF3F}"/>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CDA451C-FFC2-A4FE-1AFE-16F80628BB32}"/>
              </a:ext>
            </a:extLst>
          </p:cNvPr>
          <p:cNvCxnSpPr>
            <a:stCxn id="94" idx="2"/>
            <a:endCxn id="95"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D1A8427-0A26-B8C8-B9F1-096A6B2A2BDB}"/>
              </a:ext>
            </a:extLst>
          </p:cNvPr>
          <p:cNvCxnSpPr>
            <a:cxnSpLocks/>
            <a:stCxn id="95" idx="2"/>
            <a:endCxn id="96"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95177BAA-5C9D-F29F-FE8E-3A34A43E95EA}"/>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45106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b="-1333"/>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1653914" cy="707886"/>
          </a:xfrm>
          <a:prstGeom prst="rect">
            <a:avLst/>
          </a:prstGeom>
          <a:noFill/>
        </p:spPr>
        <p:txBody>
          <a:bodyPr wrap="none" rtlCol="0">
            <a:spAutoFit/>
          </a:bodyPr>
          <a:lstStyle/>
          <a:p>
            <a:r>
              <a:rPr lang="en-US" sz="2000" dirty="0"/>
              <a:t>Digital</a:t>
            </a:r>
          </a:p>
          <a:p>
            <a:r>
              <a:rPr lang="en-US" sz="20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6"/>
                <a:stretch>
                  <a:fillRect b="-1316"/>
                </a:stretch>
              </a:blipFill>
            </p:spPr>
            <p:txBody>
              <a:bodyPr/>
              <a:lstStyle/>
              <a:p>
                <a:r>
                  <a:rPr lang="en-US">
                    <a:noFill/>
                  </a:rPr>
                  <a:t> </a:t>
                </a:r>
              </a:p>
            </p:txBody>
          </p:sp>
        </mc:Fallback>
      </mc:AlternateContent>
      <p:sp>
        <p:nvSpPr>
          <p:cNvPr id="118" name="Rectangle: Rounded Corners 117">
            <a:extLst>
              <a:ext uri="{FF2B5EF4-FFF2-40B4-BE49-F238E27FC236}">
                <a16:creationId xmlns:a16="http://schemas.microsoft.com/office/drawing/2014/main" id="{3C282480-DB37-6543-AE13-92101254F60C}"/>
              </a:ext>
            </a:extLst>
          </p:cNvPr>
          <p:cNvSpPr/>
          <p:nvPr/>
        </p:nvSpPr>
        <p:spPr>
          <a:xfrm>
            <a:off x="10656255" y="138224"/>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19" name="Rectangle: Rounded Corners 118">
            <a:extLst>
              <a:ext uri="{FF2B5EF4-FFF2-40B4-BE49-F238E27FC236}">
                <a16:creationId xmlns:a16="http://schemas.microsoft.com/office/drawing/2014/main" id="{E9174A38-55D4-5304-272E-F71A27DC20BA}"/>
              </a:ext>
            </a:extLst>
          </p:cNvPr>
          <p:cNvSpPr/>
          <p:nvPr/>
        </p:nvSpPr>
        <p:spPr>
          <a:xfrm>
            <a:off x="10656255" y="1562570"/>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20" name="Rectangle: Rounded Corners 119">
            <a:extLst>
              <a:ext uri="{FF2B5EF4-FFF2-40B4-BE49-F238E27FC236}">
                <a16:creationId xmlns:a16="http://schemas.microsoft.com/office/drawing/2014/main" id="{C13513E9-BF16-EEC3-9BA1-EBF42A2065D6}"/>
              </a:ext>
            </a:extLst>
          </p:cNvPr>
          <p:cNvSpPr/>
          <p:nvPr/>
        </p:nvSpPr>
        <p:spPr>
          <a:xfrm>
            <a:off x="10656255" y="298691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1" name="Rectangle: Rounded Corners 120">
            <a:extLst>
              <a:ext uri="{FF2B5EF4-FFF2-40B4-BE49-F238E27FC236}">
                <a16:creationId xmlns:a16="http://schemas.microsoft.com/office/drawing/2014/main" id="{2AE963CA-84E7-DABD-0417-61237F553CC5}"/>
              </a:ext>
            </a:extLst>
          </p:cNvPr>
          <p:cNvSpPr/>
          <p:nvPr/>
        </p:nvSpPr>
        <p:spPr>
          <a:xfrm>
            <a:off x="10656255" y="441126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2" name="Straight Arrow Connector 121">
            <a:extLst>
              <a:ext uri="{FF2B5EF4-FFF2-40B4-BE49-F238E27FC236}">
                <a16:creationId xmlns:a16="http://schemas.microsoft.com/office/drawing/2014/main" id="{9F982A65-19D3-5B28-C7DB-E63D2769EE0D}"/>
              </a:ext>
            </a:extLst>
          </p:cNvPr>
          <p:cNvCxnSpPr>
            <a:stCxn id="118" idx="2"/>
            <a:endCxn id="119" idx="0"/>
          </p:cNvCxnSpPr>
          <p:nvPr/>
        </p:nvCxnSpPr>
        <p:spPr>
          <a:xfrm>
            <a:off x="11417514" y="105262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FB92A770-EB00-C7BC-DAE7-BA08F9B1641C}"/>
              </a:ext>
            </a:extLst>
          </p:cNvPr>
          <p:cNvCxnSpPr>
            <a:cxnSpLocks/>
            <a:stCxn id="119" idx="2"/>
            <a:endCxn id="120" idx="0"/>
          </p:cNvCxnSpPr>
          <p:nvPr/>
        </p:nvCxnSpPr>
        <p:spPr>
          <a:xfrm>
            <a:off x="11417514" y="247697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56B6C37F-8335-1085-64EA-548020264667}"/>
              </a:ext>
            </a:extLst>
          </p:cNvPr>
          <p:cNvCxnSpPr>
            <a:cxnSpLocks/>
            <a:stCxn id="121" idx="0"/>
          </p:cNvCxnSpPr>
          <p:nvPr/>
        </p:nvCxnSpPr>
        <p:spPr>
          <a:xfrm flipV="1">
            <a:off x="11417514" y="390131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83" name="Graphic 82">
            <a:extLst>
              <a:ext uri="{FF2B5EF4-FFF2-40B4-BE49-F238E27FC236}">
                <a16:creationId xmlns:a16="http://schemas.microsoft.com/office/drawing/2014/main" id="{D20E48E2-72F2-F4DD-FFF0-AA3DB0BAFA5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73263" y="3444116"/>
            <a:ext cx="5137785" cy="3389281"/>
          </a:xfrm>
          <a:prstGeom prst="rect">
            <a:avLst/>
          </a:prstGeom>
        </p:spPr>
      </p:pic>
      <p:pic>
        <p:nvPicPr>
          <p:cNvPr id="86" name="Graphic 85">
            <a:extLst>
              <a:ext uri="{FF2B5EF4-FFF2-40B4-BE49-F238E27FC236}">
                <a16:creationId xmlns:a16="http://schemas.microsoft.com/office/drawing/2014/main" id="{CCC6DCB7-E4F3-7E69-FB7E-8354DEC070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835" y="3475864"/>
            <a:ext cx="5137785" cy="3389281"/>
          </a:xfrm>
          <a:prstGeom prst="rect">
            <a:avLst/>
          </a:prstGeom>
        </p:spPr>
      </p:pic>
      <p:sp>
        <p:nvSpPr>
          <p:cNvPr id="2" name="Rectangle 1">
            <a:extLst>
              <a:ext uri="{FF2B5EF4-FFF2-40B4-BE49-F238E27FC236}">
                <a16:creationId xmlns:a16="http://schemas.microsoft.com/office/drawing/2014/main" id="{2A33383C-C1AC-BE58-0CE8-859B14637743}"/>
              </a:ext>
            </a:extLst>
          </p:cNvPr>
          <p:cNvSpPr/>
          <p:nvPr/>
        </p:nvSpPr>
        <p:spPr>
          <a:xfrm>
            <a:off x="6504657" y="33921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 name="TextBox 2">
            <a:extLst>
              <a:ext uri="{FF2B5EF4-FFF2-40B4-BE49-F238E27FC236}">
                <a16:creationId xmlns:a16="http://schemas.microsoft.com/office/drawing/2014/main" id="{A017AEB3-D72A-0186-C112-52BE73FE1BCF}"/>
              </a:ext>
            </a:extLst>
          </p:cNvPr>
          <p:cNvSpPr txBox="1"/>
          <p:nvPr/>
        </p:nvSpPr>
        <p:spPr>
          <a:xfrm>
            <a:off x="6478333" y="33921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5" name="Oval 4">
            <a:extLst>
              <a:ext uri="{FF2B5EF4-FFF2-40B4-BE49-F238E27FC236}">
                <a16:creationId xmlns:a16="http://schemas.microsoft.com/office/drawing/2014/main" id="{61313C9D-8EC0-278A-08E2-20DF49A009D4}"/>
              </a:ext>
            </a:extLst>
          </p:cNvPr>
          <p:cNvSpPr>
            <a:spLocks noChangeAspect="1"/>
          </p:cNvSpPr>
          <p:nvPr/>
        </p:nvSpPr>
        <p:spPr>
          <a:xfrm>
            <a:off x="6742592" y="112760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63D3538-51F0-3800-E7DE-9FAE2E131868}"/>
                  </a:ext>
                </a:extLst>
              </p:cNvPr>
              <p:cNvSpPr txBox="1"/>
              <p:nvPr/>
            </p:nvSpPr>
            <p:spPr>
              <a:xfrm>
                <a:off x="6687565" y="11034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6" name="TextBox 5">
                <a:extLst>
                  <a:ext uri="{FF2B5EF4-FFF2-40B4-BE49-F238E27FC236}">
                    <a16:creationId xmlns:a16="http://schemas.microsoft.com/office/drawing/2014/main" id="{E63D3538-51F0-3800-E7DE-9FAE2E131868}"/>
                  </a:ext>
                </a:extLst>
              </p:cNvPr>
              <p:cNvSpPr txBox="1">
                <a:spLocks noRot="1" noChangeAspect="1" noMove="1" noResize="1" noEditPoints="1" noAdjustHandles="1" noChangeArrowheads="1" noChangeShapeType="1" noTextEdit="1"/>
              </p:cNvSpPr>
              <p:nvPr/>
            </p:nvSpPr>
            <p:spPr>
              <a:xfrm>
                <a:off x="6687565" y="1103452"/>
                <a:ext cx="518558" cy="369332"/>
              </a:xfrm>
              <a:prstGeom prst="rect">
                <a:avLst/>
              </a:prstGeom>
              <a:blipFill>
                <a:blip r:embed="rId9"/>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62F7C32-22BC-E2CB-D9EE-6FE8668890C3}"/>
              </a:ext>
            </a:extLst>
          </p:cNvPr>
          <p:cNvSpPr>
            <a:spLocks noChangeAspect="1"/>
          </p:cNvSpPr>
          <p:nvPr/>
        </p:nvSpPr>
        <p:spPr>
          <a:xfrm>
            <a:off x="6846073" y="202096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A916613-853E-88D1-0F75-E8AF8A426B01}"/>
                  </a:ext>
                </a:extLst>
              </p:cNvPr>
              <p:cNvSpPr txBox="1"/>
              <p:nvPr/>
            </p:nvSpPr>
            <p:spPr>
              <a:xfrm>
                <a:off x="6788286" y="201294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9" name="TextBox 8">
                <a:extLst>
                  <a:ext uri="{FF2B5EF4-FFF2-40B4-BE49-F238E27FC236}">
                    <a16:creationId xmlns:a16="http://schemas.microsoft.com/office/drawing/2014/main" id="{EA916613-853E-88D1-0F75-E8AF8A426B01}"/>
                  </a:ext>
                </a:extLst>
              </p:cNvPr>
              <p:cNvSpPr txBox="1">
                <a:spLocks noRot="1" noChangeAspect="1" noMove="1" noResize="1" noEditPoints="1" noAdjustHandles="1" noChangeArrowheads="1" noChangeShapeType="1" noTextEdit="1"/>
              </p:cNvSpPr>
              <p:nvPr/>
            </p:nvSpPr>
            <p:spPr>
              <a:xfrm>
                <a:off x="6788286" y="2012940"/>
                <a:ext cx="518558" cy="369332"/>
              </a:xfrm>
              <a:prstGeom prst="rect">
                <a:avLst/>
              </a:prstGeom>
              <a:blipFill>
                <a:blip r:embed="rId10"/>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E778EB6B-3016-312C-31B4-AB7A191F0669}"/>
              </a:ext>
            </a:extLst>
          </p:cNvPr>
          <p:cNvSpPr>
            <a:spLocks noChangeAspect="1"/>
          </p:cNvSpPr>
          <p:nvPr/>
        </p:nvSpPr>
        <p:spPr>
          <a:xfrm>
            <a:off x="7912280" y="113146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3503AF1-BEE7-F8DD-646F-A2F8B9CB84D3}"/>
                  </a:ext>
                </a:extLst>
              </p:cNvPr>
              <p:cNvSpPr txBox="1"/>
              <p:nvPr/>
            </p:nvSpPr>
            <p:spPr>
              <a:xfrm>
                <a:off x="7857419" y="1102889"/>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11" name="TextBox 10">
                <a:extLst>
                  <a:ext uri="{FF2B5EF4-FFF2-40B4-BE49-F238E27FC236}">
                    <a16:creationId xmlns:a16="http://schemas.microsoft.com/office/drawing/2014/main" id="{93503AF1-BEE7-F8DD-646F-A2F8B9CB84D3}"/>
                  </a:ext>
                </a:extLst>
              </p:cNvPr>
              <p:cNvSpPr txBox="1">
                <a:spLocks noRot="1" noChangeAspect="1" noMove="1" noResize="1" noEditPoints="1" noAdjustHandles="1" noChangeArrowheads="1" noChangeShapeType="1" noTextEdit="1"/>
              </p:cNvSpPr>
              <p:nvPr/>
            </p:nvSpPr>
            <p:spPr>
              <a:xfrm>
                <a:off x="7857419" y="1102889"/>
                <a:ext cx="518558" cy="369332"/>
              </a:xfrm>
              <a:prstGeom prst="rect">
                <a:avLst/>
              </a:prstGeom>
              <a:blipFill>
                <a:blip r:embed="rId11"/>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A52E25CE-DD50-097F-E19B-8939EECBB325}"/>
              </a:ext>
            </a:extLst>
          </p:cNvPr>
          <p:cNvCxnSpPr>
            <a:cxnSpLocks/>
            <a:endCxn id="5" idx="2"/>
          </p:cNvCxnSpPr>
          <p:nvPr/>
        </p:nvCxnSpPr>
        <p:spPr>
          <a:xfrm flipV="1">
            <a:off x="6261306" y="1318316"/>
            <a:ext cx="481286"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B8795DD-25D9-2CA2-0F2B-D653CC7C089A}"/>
              </a:ext>
            </a:extLst>
          </p:cNvPr>
          <p:cNvCxnSpPr>
            <a:cxnSpLocks/>
            <a:endCxn id="8" idx="2"/>
          </p:cNvCxnSpPr>
          <p:nvPr/>
        </p:nvCxnSpPr>
        <p:spPr>
          <a:xfrm>
            <a:off x="6261306" y="1672976"/>
            <a:ext cx="584767"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74CE81-2437-A57A-6337-C747AAFF48A9}"/>
              </a:ext>
            </a:extLst>
          </p:cNvPr>
          <p:cNvCxnSpPr>
            <a:cxnSpLocks/>
            <a:stCxn id="5" idx="6"/>
            <a:endCxn id="10" idx="2"/>
          </p:cNvCxnSpPr>
          <p:nvPr/>
        </p:nvCxnSpPr>
        <p:spPr>
          <a:xfrm>
            <a:off x="7124006" y="131831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2412645-69F7-8024-8CB8-8BDE6B92298C}"/>
              </a:ext>
            </a:extLst>
          </p:cNvPr>
          <p:cNvCxnSpPr>
            <a:cxnSpLocks/>
            <a:stCxn id="8" idx="6"/>
            <a:endCxn id="22" idx="2"/>
          </p:cNvCxnSpPr>
          <p:nvPr/>
        </p:nvCxnSpPr>
        <p:spPr>
          <a:xfrm>
            <a:off x="7227487" y="221167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3B97C9F-506F-E938-0AC1-A333095AAE1D}"/>
              </a:ext>
            </a:extLst>
          </p:cNvPr>
          <p:cNvCxnSpPr>
            <a:cxnSpLocks/>
            <a:stCxn id="10" idx="6"/>
          </p:cNvCxnSpPr>
          <p:nvPr/>
        </p:nvCxnSpPr>
        <p:spPr>
          <a:xfrm flipV="1">
            <a:off x="8293694" y="1318315"/>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A07EE9-8756-9438-9DB5-35C636C42628}"/>
                  </a:ext>
                </a:extLst>
              </p:cNvPr>
              <p:cNvSpPr txBox="1"/>
              <p:nvPr/>
            </p:nvSpPr>
            <p:spPr>
              <a:xfrm>
                <a:off x="8601594" y="953933"/>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19" name="TextBox 18">
                <a:extLst>
                  <a:ext uri="{FF2B5EF4-FFF2-40B4-BE49-F238E27FC236}">
                    <a16:creationId xmlns:a16="http://schemas.microsoft.com/office/drawing/2014/main" id="{33A07EE9-8756-9438-9DB5-35C636C42628}"/>
                  </a:ext>
                </a:extLst>
              </p:cNvPr>
              <p:cNvSpPr txBox="1">
                <a:spLocks noRot="1" noChangeAspect="1" noMove="1" noResize="1" noEditPoints="1" noAdjustHandles="1" noChangeArrowheads="1" noChangeShapeType="1" noTextEdit="1"/>
              </p:cNvSpPr>
              <p:nvPr/>
            </p:nvSpPr>
            <p:spPr>
              <a:xfrm>
                <a:off x="8601594" y="95393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7F99F1C-0940-A14E-30FA-4AC5540E8C7E}"/>
                  </a:ext>
                </a:extLst>
              </p:cNvPr>
              <p:cNvSpPr txBox="1"/>
              <p:nvPr/>
            </p:nvSpPr>
            <p:spPr>
              <a:xfrm>
                <a:off x="7242618" y="94133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67F99F1C-0940-A14E-30FA-4AC5540E8C7E}"/>
                  </a:ext>
                </a:extLst>
              </p:cNvPr>
              <p:cNvSpPr txBox="1">
                <a:spLocks noRot="1" noChangeAspect="1" noMove="1" noResize="1" noEditPoints="1" noAdjustHandles="1" noChangeArrowheads="1" noChangeShapeType="1" noTextEdit="1"/>
              </p:cNvSpPr>
              <p:nvPr/>
            </p:nvSpPr>
            <p:spPr>
              <a:xfrm>
                <a:off x="7242618" y="941338"/>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6E6173F-E9E1-AB7C-375E-463B590D3769}"/>
                  </a:ext>
                </a:extLst>
              </p:cNvPr>
              <p:cNvSpPr txBox="1"/>
              <p:nvPr/>
            </p:nvSpPr>
            <p:spPr>
              <a:xfrm>
                <a:off x="7648259" y="21759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21" name="TextBox 20">
                <a:extLst>
                  <a:ext uri="{FF2B5EF4-FFF2-40B4-BE49-F238E27FC236}">
                    <a16:creationId xmlns:a16="http://schemas.microsoft.com/office/drawing/2014/main" id="{B6E6173F-E9E1-AB7C-375E-463B590D3769}"/>
                  </a:ext>
                </a:extLst>
              </p:cNvPr>
              <p:cNvSpPr txBox="1">
                <a:spLocks noRot="1" noChangeAspect="1" noMove="1" noResize="1" noEditPoints="1" noAdjustHandles="1" noChangeArrowheads="1" noChangeShapeType="1" noTextEdit="1"/>
              </p:cNvSpPr>
              <p:nvPr/>
            </p:nvSpPr>
            <p:spPr>
              <a:xfrm>
                <a:off x="7648259" y="2175968"/>
                <a:ext cx="507796" cy="369332"/>
              </a:xfrm>
              <a:prstGeom prst="rect">
                <a:avLst/>
              </a:prstGeom>
              <a:blipFill>
                <a:blip r:embed="rId14"/>
                <a:stretch>
                  <a:fillRect r="-7229"/>
                </a:stretch>
              </a:blipFill>
            </p:spPr>
            <p:txBody>
              <a:bodyPr/>
              <a:lstStyle/>
              <a:p>
                <a:r>
                  <a:rPr lang="en-US">
                    <a:noFill/>
                  </a:rPr>
                  <a:t> </a:t>
                </a:r>
              </a:p>
            </p:txBody>
          </p:sp>
        </mc:Fallback>
      </mc:AlternateContent>
      <p:sp>
        <p:nvSpPr>
          <p:cNvPr id="22" name="Oval 21">
            <a:extLst>
              <a:ext uri="{FF2B5EF4-FFF2-40B4-BE49-F238E27FC236}">
                <a16:creationId xmlns:a16="http://schemas.microsoft.com/office/drawing/2014/main" id="{C15DCA11-1A7C-2DCC-A536-6FFC99A513F8}"/>
              </a:ext>
            </a:extLst>
          </p:cNvPr>
          <p:cNvSpPr>
            <a:spLocks noChangeAspect="1"/>
          </p:cNvSpPr>
          <p:nvPr/>
        </p:nvSpPr>
        <p:spPr>
          <a:xfrm>
            <a:off x="8674899" y="205455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8969F0E-F3C7-CE29-C375-53829F6B9A9D}"/>
                  </a:ext>
                </a:extLst>
              </p:cNvPr>
              <p:cNvSpPr txBox="1"/>
              <p:nvPr/>
            </p:nvSpPr>
            <p:spPr>
              <a:xfrm>
                <a:off x="8609344" y="201620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23" name="TextBox 22">
                <a:extLst>
                  <a:ext uri="{FF2B5EF4-FFF2-40B4-BE49-F238E27FC236}">
                    <a16:creationId xmlns:a16="http://schemas.microsoft.com/office/drawing/2014/main" id="{18969F0E-F3C7-CE29-C375-53829F6B9A9D}"/>
                  </a:ext>
                </a:extLst>
              </p:cNvPr>
              <p:cNvSpPr txBox="1">
                <a:spLocks noRot="1" noChangeAspect="1" noMove="1" noResize="1" noEditPoints="1" noAdjustHandles="1" noChangeArrowheads="1" noChangeShapeType="1" noTextEdit="1"/>
              </p:cNvSpPr>
              <p:nvPr/>
            </p:nvSpPr>
            <p:spPr>
              <a:xfrm>
                <a:off x="8609344" y="2016200"/>
                <a:ext cx="518558" cy="369332"/>
              </a:xfrm>
              <a:prstGeom prst="rect">
                <a:avLst/>
              </a:prstGeom>
              <a:blipFill>
                <a:blip r:embed="rId15"/>
                <a:stretch>
                  <a:fillRect/>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E8870A8C-0DE2-A5D7-33C7-D1E7A0445B49}"/>
              </a:ext>
            </a:extLst>
          </p:cNvPr>
          <p:cNvCxnSpPr>
            <a:cxnSpLocks/>
            <a:stCxn id="19" idx="2"/>
            <a:endCxn id="22" idx="0"/>
          </p:cNvCxnSpPr>
          <p:nvPr/>
        </p:nvCxnSpPr>
        <p:spPr>
          <a:xfrm>
            <a:off x="8855492" y="132326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55032424-6011-D6F0-546B-695DC271D7C0}"/>
              </a:ext>
            </a:extLst>
          </p:cNvPr>
          <p:cNvCxnSpPr>
            <a:cxnSpLocks/>
            <a:stCxn id="5" idx="5"/>
            <a:endCxn id="22" idx="1"/>
          </p:cNvCxnSpPr>
          <p:nvPr/>
        </p:nvCxnSpPr>
        <p:spPr>
          <a:xfrm>
            <a:off x="7068149" y="1453166"/>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A41E07-0B5E-DBB7-4FE9-18CA0B657A5D}"/>
                  </a:ext>
                </a:extLst>
              </p:cNvPr>
              <p:cNvSpPr txBox="1"/>
              <p:nvPr/>
            </p:nvSpPr>
            <p:spPr>
              <a:xfrm>
                <a:off x="7496516" y="166459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92A41E07-0B5E-DBB7-4FE9-18CA0B657A5D}"/>
                  </a:ext>
                </a:extLst>
              </p:cNvPr>
              <p:cNvSpPr txBox="1">
                <a:spLocks noRot="1" noChangeAspect="1" noMove="1" noResize="1" noEditPoints="1" noAdjustHandles="1" noChangeArrowheads="1" noChangeShapeType="1" noTextEdit="1"/>
              </p:cNvSpPr>
              <p:nvPr/>
            </p:nvSpPr>
            <p:spPr>
              <a:xfrm>
                <a:off x="7496516" y="1664598"/>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6C6BDCB-04A9-EDA6-1DFA-A9577FF375BD}"/>
                  </a:ext>
                </a:extLst>
              </p:cNvPr>
              <p:cNvSpPr txBox="1"/>
              <p:nvPr/>
            </p:nvSpPr>
            <p:spPr>
              <a:xfrm>
                <a:off x="9487634" y="845183"/>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30" name="TextBox 29">
                <a:extLst>
                  <a:ext uri="{FF2B5EF4-FFF2-40B4-BE49-F238E27FC236}">
                    <a16:creationId xmlns:a16="http://schemas.microsoft.com/office/drawing/2014/main" id="{26C6BDCB-04A9-EDA6-1DFA-A9577FF375BD}"/>
                  </a:ext>
                </a:extLst>
              </p:cNvPr>
              <p:cNvSpPr txBox="1">
                <a:spLocks noRot="1" noChangeAspect="1" noMove="1" noResize="1" noEditPoints="1" noAdjustHandles="1" noChangeArrowheads="1" noChangeShapeType="1" noTextEdit="1"/>
              </p:cNvSpPr>
              <p:nvPr/>
            </p:nvSpPr>
            <p:spPr>
              <a:xfrm>
                <a:off x="9487634" y="845183"/>
                <a:ext cx="578427" cy="400110"/>
              </a:xfrm>
              <a:prstGeom prst="rect">
                <a:avLst/>
              </a:prstGeom>
              <a:blipFill>
                <a:blip r:embed="rId17"/>
                <a:stretch>
                  <a:fillRect b="-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7DE6B52-C011-612D-671E-D97F6BA8CFC4}"/>
                  </a:ext>
                </a:extLst>
              </p:cNvPr>
              <p:cNvSpPr txBox="1"/>
              <p:nvPr/>
            </p:nvSpPr>
            <p:spPr>
              <a:xfrm>
                <a:off x="5696477" y="1436819"/>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33" name="TextBox 32">
                <a:extLst>
                  <a:ext uri="{FF2B5EF4-FFF2-40B4-BE49-F238E27FC236}">
                    <a16:creationId xmlns:a16="http://schemas.microsoft.com/office/drawing/2014/main" id="{F7DE6B52-C011-612D-671E-D97F6BA8CFC4}"/>
                  </a:ext>
                </a:extLst>
              </p:cNvPr>
              <p:cNvSpPr txBox="1">
                <a:spLocks noRot="1" noChangeAspect="1" noMove="1" noResize="1" noEditPoints="1" noAdjustHandles="1" noChangeArrowheads="1" noChangeShapeType="1" noTextEdit="1"/>
              </p:cNvSpPr>
              <p:nvPr/>
            </p:nvSpPr>
            <p:spPr>
              <a:xfrm>
                <a:off x="5696477" y="1436819"/>
                <a:ext cx="639341" cy="400110"/>
              </a:xfrm>
              <a:prstGeom prst="rect">
                <a:avLst/>
              </a:prstGeom>
              <a:blipFill>
                <a:blip r:embed="rId18"/>
                <a:stretch>
                  <a:fillRect b="-1538"/>
                </a:stretch>
              </a:blipFill>
            </p:spPr>
            <p:txBody>
              <a:bodyPr/>
              <a:lstStyle/>
              <a:p>
                <a:r>
                  <a:rPr lang="en-US">
                    <a:noFill/>
                  </a:rPr>
                  <a:t> </a:t>
                </a:r>
              </a:p>
            </p:txBody>
          </p:sp>
        </mc:Fallback>
      </mc:AlternateContent>
    </p:spTree>
    <p:extLst>
      <p:ext uri="{BB962C8B-B14F-4D97-AF65-F5344CB8AC3E}">
        <p14:creationId xmlns:p14="http://schemas.microsoft.com/office/powerpoint/2010/main" val="310342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8144B0B-6E4D-733C-3490-DBB3BD0D34DF}"/>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5EEA7EFC-C694-85E5-7B00-320B0A0796D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07FF8AA7-A8C7-0298-CA68-C61081C95174}"/>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44AB8D9D-DAA2-4B8B-5B65-309738298FB1}"/>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6EA11D54-E452-029F-78EC-47D0B42FF642}"/>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4A5578E-18A7-1C21-4E81-FE41020E9814}"/>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E5D1165-C17D-B866-504C-F7DA4049BEB5}"/>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C567C77-6C14-ED9D-B1C5-806C97756E4A}"/>
                  </a:ext>
                </a:extLst>
              </p:cNvPr>
              <p:cNvSpPr txBox="1"/>
              <p:nvPr/>
            </p:nvSpPr>
            <p:spPr>
              <a:xfrm>
                <a:off x="4594773" y="56034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1C567C77-6C14-ED9D-B1C5-806C97756E4A}"/>
                  </a:ext>
                </a:extLst>
              </p:cNvPr>
              <p:cNvSpPr txBox="1">
                <a:spLocks noRot="1" noChangeAspect="1" noMove="1" noResize="1" noEditPoints="1" noAdjustHandles="1" noChangeArrowheads="1" noChangeShapeType="1" noTextEdit="1"/>
              </p:cNvSpPr>
              <p:nvPr/>
            </p:nvSpPr>
            <p:spPr>
              <a:xfrm>
                <a:off x="4594773" y="560342"/>
                <a:ext cx="642780" cy="461665"/>
              </a:xfrm>
              <a:prstGeom prst="rect">
                <a:avLst/>
              </a:prstGeom>
              <a:blipFill>
                <a:blip r:embed="rId2"/>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CD2F9141-3249-3702-41AD-8B072FFA1A78}"/>
              </a:ext>
            </a:extLst>
          </p:cNvPr>
          <p:cNvCxnSpPr>
            <a:cxnSpLocks/>
            <a:stCxn id="23" idx="3"/>
          </p:cNvCxnSpPr>
          <p:nvPr/>
        </p:nvCxnSpPr>
        <p:spPr>
          <a:xfrm flipV="1">
            <a:off x="3886356" y="1011290"/>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94046597-2755-5B71-AE29-774E8163F85B}"/>
              </a:ext>
            </a:extLst>
          </p:cNvPr>
          <p:cNvSpPr>
            <a:spLocks noChangeAspect="1"/>
          </p:cNvSpPr>
          <p:nvPr/>
        </p:nvSpPr>
        <p:spPr>
          <a:xfrm>
            <a:off x="2162283" y="1707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DAFC5609-88AD-034F-602C-46B1A8E5DA88}"/>
              </a:ext>
            </a:extLst>
          </p:cNvPr>
          <p:cNvCxnSpPr/>
          <p:nvPr/>
        </p:nvCxnSpPr>
        <p:spPr>
          <a:xfrm>
            <a:off x="2311564" y="1949117"/>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Rectangle: Rounded Corners 14">
                <a:extLst>
                  <a:ext uri="{FF2B5EF4-FFF2-40B4-BE49-F238E27FC236}">
                    <a16:creationId xmlns:a16="http://schemas.microsoft.com/office/drawing/2014/main" id="{2AA319FA-172B-30D1-FD7D-FB141D264A66}"/>
                  </a:ext>
                </a:extLst>
              </p:cNvPr>
              <p:cNvSpPr/>
              <p:nvPr/>
            </p:nvSpPr>
            <p:spPr>
              <a:xfrm>
                <a:off x="1500747" y="2369367"/>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15" name="Rectangle: Rounded Corners 14">
                <a:extLst>
                  <a:ext uri="{FF2B5EF4-FFF2-40B4-BE49-F238E27FC236}">
                    <a16:creationId xmlns:a16="http://schemas.microsoft.com/office/drawing/2014/main" id="{2AA319FA-172B-30D1-FD7D-FB141D264A66}"/>
                  </a:ext>
                </a:extLst>
              </p:cNvPr>
              <p:cNvSpPr>
                <a:spLocks noRot="1" noChangeAspect="1" noMove="1" noResize="1" noEditPoints="1" noAdjustHandles="1" noChangeArrowheads="1" noChangeShapeType="1" noTextEdit="1"/>
              </p:cNvSpPr>
              <p:nvPr/>
            </p:nvSpPr>
            <p:spPr>
              <a:xfrm>
                <a:off x="1500747" y="2369367"/>
                <a:ext cx="590900" cy="461665"/>
              </a:xfrm>
              <a:prstGeom prst="roundRect">
                <a:avLst/>
              </a:prstGeom>
              <a:blipFill>
                <a:blip r:embed="rId3"/>
                <a:stretch>
                  <a:fillRect/>
                </a:stretch>
              </a:blipFill>
            </p:spPr>
            <p:txBody>
              <a:bodyPr/>
              <a:lstStyle/>
              <a:p>
                <a:r>
                  <a:rPr lang="en-US">
                    <a:noFill/>
                  </a:rPr>
                  <a:t> </a:t>
                </a:r>
              </a:p>
            </p:txBody>
          </p:sp>
        </mc:Fallback>
      </mc:AlternateContent>
      <p:cxnSp>
        <p:nvCxnSpPr>
          <p:cNvPr id="16" name="Connector: Elbow 15">
            <a:extLst>
              <a:ext uri="{FF2B5EF4-FFF2-40B4-BE49-F238E27FC236}">
                <a16:creationId xmlns:a16="http://schemas.microsoft.com/office/drawing/2014/main" id="{CF435033-594A-C7C1-4893-9280682DAAB7}"/>
              </a:ext>
            </a:extLst>
          </p:cNvPr>
          <p:cNvCxnSpPr>
            <a:stCxn id="15" idx="3"/>
            <a:endCxn id="13" idx="4"/>
          </p:cNvCxnSpPr>
          <p:nvPr/>
        </p:nvCxnSpPr>
        <p:spPr>
          <a:xfrm flipV="1">
            <a:off x="2091647" y="2190518"/>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2D0C8E0-6309-0FC5-3485-F5AA01F9700C}"/>
              </a:ext>
            </a:extLst>
          </p:cNvPr>
          <p:cNvCxnSpPr>
            <a:cxnSpLocks/>
            <a:endCxn id="13" idx="2"/>
          </p:cNvCxnSpPr>
          <p:nvPr/>
        </p:nvCxnSpPr>
        <p:spPr>
          <a:xfrm flipV="1">
            <a:off x="508609" y="1949117"/>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FAEA9789-9557-F91B-D8B2-B1516534F65C}"/>
              </a:ext>
            </a:extLst>
          </p:cNvPr>
          <p:cNvCxnSpPr>
            <a:cxnSpLocks/>
            <a:endCxn id="15" idx="1"/>
          </p:cNvCxnSpPr>
          <p:nvPr/>
        </p:nvCxnSpPr>
        <p:spPr>
          <a:xfrm rot="16200000" flipH="1">
            <a:off x="1022417" y="2121870"/>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BA28715-12EB-8B67-7F23-336405E8627B}"/>
              </a:ext>
            </a:extLst>
          </p:cNvPr>
          <p:cNvSpPr/>
          <p:nvPr/>
        </p:nvSpPr>
        <p:spPr>
          <a:xfrm>
            <a:off x="603687" y="259724"/>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CE66E8E-2F5B-72D1-B33C-3906227EC0CE}"/>
                  </a:ext>
                </a:extLst>
              </p:cNvPr>
              <p:cNvSpPr txBox="1"/>
              <p:nvPr/>
            </p:nvSpPr>
            <p:spPr>
              <a:xfrm>
                <a:off x="0" y="138260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20" name="TextBox 19">
                <a:extLst>
                  <a:ext uri="{FF2B5EF4-FFF2-40B4-BE49-F238E27FC236}">
                    <a16:creationId xmlns:a16="http://schemas.microsoft.com/office/drawing/2014/main" id="{6CE66E8E-2F5B-72D1-B33C-3906227EC0CE}"/>
                  </a:ext>
                </a:extLst>
              </p:cNvPr>
              <p:cNvSpPr txBox="1">
                <a:spLocks noRot="1" noChangeAspect="1" noMove="1" noResize="1" noEditPoints="1" noAdjustHandles="1" noChangeArrowheads="1" noChangeShapeType="1" noTextEdit="1"/>
              </p:cNvSpPr>
              <p:nvPr/>
            </p:nvSpPr>
            <p:spPr>
              <a:xfrm>
                <a:off x="0" y="1382605"/>
                <a:ext cx="642780" cy="461665"/>
              </a:xfrm>
              <a:prstGeom prst="rect">
                <a:avLst/>
              </a:prstGeom>
              <a:blipFill>
                <a:blip r:embed="rId4"/>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DC32DDC5-4334-B9D0-13CC-41B04B15C91F}"/>
              </a:ext>
            </a:extLst>
          </p:cNvPr>
          <p:cNvSpPr txBox="1"/>
          <p:nvPr/>
        </p:nvSpPr>
        <p:spPr>
          <a:xfrm>
            <a:off x="603196" y="286096"/>
            <a:ext cx="1809406" cy="400110"/>
          </a:xfrm>
          <a:prstGeom prst="rect">
            <a:avLst/>
          </a:prstGeom>
          <a:noFill/>
        </p:spPr>
        <p:txBody>
          <a:bodyPr wrap="none" rtlCol="0">
            <a:spAutoFit/>
          </a:bodyPr>
          <a:lstStyle/>
          <a:p>
            <a:r>
              <a:rPr lang="en-US" sz="2000" dirty="0"/>
              <a:t>Digital counter</a:t>
            </a:r>
          </a:p>
        </p:txBody>
      </p:sp>
      <p:cxnSp>
        <p:nvCxnSpPr>
          <p:cNvPr id="22" name="Connector: Elbow 21">
            <a:extLst>
              <a:ext uri="{FF2B5EF4-FFF2-40B4-BE49-F238E27FC236}">
                <a16:creationId xmlns:a16="http://schemas.microsoft.com/office/drawing/2014/main" id="{CEBFFBA4-A479-1083-6B32-4B3BAE076988}"/>
              </a:ext>
            </a:extLst>
          </p:cNvPr>
          <p:cNvCxnSpPr>
            <a:cxnSpLocks/>
            <a:stCxn id="13" idx="6"/>
            <a:endCxn id="23" idx="2"/>
          </p:cNvCxnSpPr>
          <p:nvPr/>
        </p:nvCxnSpPr>
        <p:spPr>
          <a:xfrm flipV="1">
            <a:off x="2645086" y="1299212"/>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F62B8165-102C-2E07-C19C-4E0A148756AE}"/>
              </a:ext>
            </a:extLst>
          </p:cNvPr>
          <p:cNvSpPr/>
          <p:nvPr/>
        </p:nvSpPr>
        <p:spPr>
          <a:xfrm>
            <a:off x="3337716" y="750572"/>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Connector: Elbow 23">
            <a:extLst>
              <a:ext uri="{FF2B5EF4-FFF2-40B4-BE49-F238E27FC236}">
                <a16:creationId xmlns:a16="http://schemas.microsoft.com/office/drawing/2014/main" id="{BA5AC66A-6D3E-9138-F190-D8088362CC55}"/>
              </a:ext>
            </a:extLst>
          </p:cNvPr>
          <p:cNvCxnSpPr>
            <a:cxnSpLocks/>
          </p:cNvCxnSpPr>
          <p:nvPr/>
        </p:nvCxnSpPr>
        <p:spPr>
          <a:xfrm rot="5400000">
            <a:off x="3443019" y="1020024"/>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5DCF7A28-250B-C6AF-15CD-E041483367DA}"/>
              </a:ext>
            </a:extLst>
          </p:cNvPr>
          <p:cNvCxnSpPr>
            <a:cxnSpLocks/>
          </p:cNvCxnSpPr>
          <p:nvPr/>
        </p:nvCxnSpPr>
        <p:spPr>
          <a:xfrm rot="5400000">
            <a:off x="3576377" y="91133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060D80F-4C0A-401C-A54E-D79D5C4FF969}"/>
              </a:ext>
            </a:extLst>
          </p:cNvPr>
          <p:cNvCxnSpPr/>
          <p:nvPr/>
        </p:nvCxnSpPr>
        <p:spPr>
          <a:xfrm>
            <a:off x="3744878" y="877079"/>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5C18053-D7C6-B070-B8A5-B20D7266AAE7}"/>
              </a:ext>
            </a:extLst>
          </p:cNvPr>
          <p:cNvCxnSpPr/>
          <p:nvPr/>
        </p:nvCxnSpPr>
        <p:spPr>
          <a:xfrm>
            <a:off x="3375312" y="1183317"/>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885BE5D-EF42-FCA5-B613-65E8D40B06DE}"/>
              </a:ext>
            </a:extLst>
          </p:cNvPr>
          <p:cNvSpPr txBox="1"/>
          <p:nvPr/>
        </p:nvSpPr>
        <p:spPr>
          <a:xfrm>
            <a:off x="3095889" y="403177"/>
            <a:ext cx="999441" cy="369332"/>
          </a:xfrm>
          <a:prstGeom prst="rect">
            <a:avLst/>
          </a:prstGeom>
          <a:noFill/>
        </p:spPr>
        <p:txBody>
          <a:bodyPr wrap="none" rtlCol="0">
            <a:spAutoFit/>
          </a:bodyPr>
          <a:lstStyle/>
          <a:p>
            <a:r>
              <a:rPr lang="en-US" dirty="0"/>
              <a:t>Counter</a:t>
            </a:r>
          </a:p>
        </p:txBody>
      </p:sp>
      <p:sp>
        <p:nvSpPr>
          <p:cNvPr id="29" name="Rectangle 28">
            <a:extLst>
              <a:ext uri="{FF2B5EF4-FFF2-40B4-BE49-F238E27FC236}">
                <a16:creationId xmlns:a16="http://schemas.microsoft.com/office/drawing/2014/main" id="{B6F10F1E-206B-4DF8-53F1-1C4D61F8E6FC}"/>
              </a:ext>
            </a:extLst>
          </p:cNvPr>
          <p:cNvSpPr/>
          <p:nvPr/>
        </p:nvSpPr>
        <p:spPr>
          <a:xfrm>
            <a:off x="792060" y="1665918"/>
            <a:ext cx="2131481"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83A84F5B-EE43-01AE-E79B-D118A6BB9D17}"/>
              </a:ext>
            </a:extLst>
          </p:cNvPr>
          <p:cNvCxnSpPr>
            <a:cxnSpLocks/>
          </p:cNvCxnSpPr>
          <p:nvPr/>
        </p:nvCxnSpPr>
        <p:spPr>
          <a:xfrm>
            <a:off x="2851925" y="1943840"/>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4A71019-79D5-45BD-72E7-EA32FF40D2BF}"/>
                  </a:ext>
                </a:extLst>
              </p:cNvPr>
              <p:cNvSpPr txBox="1"/>
              <p:nvPr/>
            </p:nvSpPr>
            <p:spPr>
              <a:xfrm>
                <a:off x="3312282" y="1987393"/>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31" name="TextBox 30">
                <a:extLst>
                  <a:ext uri="{FF2B5EF4-FFF2-40B4-BE49-F238E27FC236}">
                    <a16:creationId xmlns:a16="http://schemas.microsoft.com/office/drawing/2014/main" id="{14A71019-79D5-45BD-72E7-EA32FF40D2BF}"/>
                  </a:ext>
                </a:extLst>
              </p:cNvPr>
              <p:cNvSpPr txBox="1">
                <a:spLocks noRot="1" noChangeAspect="1" noMove="1" noResize="1" noEditPoints="1" noAdjustHandles="1" noChangeArrowheads="1" noChangeShapeType="1" noTextEdit="1"/>
              </p:cNvSpPr>
              <p:nvPr/>
            </p:nvSpPr>
            <p:spPr>
              <a:xfrm>
                <a:off x="3312282" y="1987393"/>
                <a:ext cx="642780" cy="461665"/>
              </a:xfrm>
              <a:prstGeom prst="rect">
                <a:avLst/>
              </a:prstGeom>
              <a:blipFill>
                <a:blip r:embed="rId5"/>
                <a:stretch>
                  <a:fillRect b="-1316"/>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F6BF5ACF-D187-5145-8126-3D0F80C95218}"/>
              </a:ext>
            </a:extLst>
          </p:cNvPr>
          <p:cNvCxnSpPr>
            <a:cxnSpLocks/>
          </p:cNvCxnSpPr>
          <p:nvPr/>
        </p:nvCxnSpPr>
        <p:spPr>
          <a:xfrm>
            <a:off x="6905437" y="224230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B8EBE86-CA5B-33F4-B612-FFCE1AFB3DAC}"/>
              </a:ext>
            </a:extLst>
          </p:cNvPr>
          <p:cNvCxnSpPr>
            <a:cxnSpLocks/>
          </p:cNvCxnSpPr>
          <p:nvPr/>
        </p:nvCxnSpPr>
        <p:spPr>
          <a:xfrm flipV="1">
            <a:off x="7067455" y="53678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B2388BAD-3AB7-64FA-7918-8B99AF0E581A}"/>
              </a:ext>
            </a:extLst>
          </p:cNvPr>
          <p:cNvSpPr txBox="1"/>
          <p:nvPr/>
        </p:nvSpPr>
        <p:spPr>
          <a:xfrm>
            <a:off x="9637165" y="2333385"/>
            <a:ext cx="681597" cy="400110"/>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130F8EB-8535-1A3D-2869-5A0D85CDFB57}"/>
                  </a:ext>
                </a:extLst>
              </p:cNvPr>
              <p:cNvSpPr txBox="1"/>
              <p:nvPr/>
            </p:nvSpPr>
            <p:spPr>
              <a:xfrm>
                <a:off x="6093590" y="279821"/>
                <a:ext cx="88928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7" name="TextBox 36">
                <a:extLst>
                  <a:ext uri="{FF2B5EF4-FFF2-40B4-BE49-F238E27FC236}">
                    <a16:creationId xmlns:a16="http://schemas.microsoft.com/office/drawing/2014/main" id="{F130F8EB-8535-1A3D-2869-5A0D85CDFB57}"/>
                  </a:ext>
                </a:extLst>
              </p:cNvPr>
              <p:cNvSpPr txBox="1">
                <a:spLocks noRot="1" noChangeAspect="1" noMove="1" noResize="1" noEditPoints="1" noAdjustHandles="1" noChangeArrowheads="1" noChangeShapeType="1" noTextEdit="1"/>
              </p:cNvSpPr>
              <p:nvPr/>
            </p:nvSpPr>
            <p:spPr>
              <a:xfrm>
                <a:off x="6093590" y="279821"/>
                <a:ext cx="889281" cy="400110"/>
              </a:xfrm>
              <a:prstGeom prst="rect">
                <a:avLst/>
              </a:prstGeom>
              <a:blipFill>
                <a:blip r:embed="rId6"/>
                <a:stretch>
                  <a:fillRect r="-690" b="-13636"/>
                </a:stretch>
              </a:blipFill>
            </p:spPr>
            <p:txBody>
              <a:bodyPr/>
              <a:lstStyle/>
              <a:p>
                <a:r>
                  <a:rPr lang="en-US">
                    <a:noFill/>
                  </a:rPr>
                  <a:t> </a:t>
                </a:r>
              </a:p>
            </p:txBody>
          </p:sp>
        </mc:Fallback>
      </mc:AlternateContent>
      <p:pic>
        <p:nvPicPr>
          <p:cNvPr id="38" name="Picture 37">
            <a:extLst>
              <a:ext uri="{FF2B5EF4-FFF2-40B4-BE49-F238E27FC236}">
                <a16:creationId xmlns:a16="http://schemas.microsoft.com/office/drawing/2014/main" id="{BA312387-0A77-2290-1778-BC73412EAF7B}"/>
              </a:ext>
            </a:extLst>
          </p:cNvPr>
          <p:cNvPicPr>
            <a:picLocks noChangeAspect="1"/>
          </p:cNvPicPr>
          <p:nvPr/>
        </p:nvPicPr>
        <p:blipFill rotWithShape="1">
          <a:blip r:embed="rId7"/>
          <a:srcRect l="6165" r="28486"/>
          <a:stretch>
            <a:fillRect/>
          </a:stretch>
        </p:blipFill>
        <p:spPr>
          <a:xfrm>
            <a:off x="7067455" y="571857"/>
            <a:ext cx="2569709" cy="1670449"/>
          </a:xfrm>
          <a:prstGeom prst="rect">
            <a:avLst/>
          </a:prstGeom>
        </p:spPr>
      </p:pic>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7699C23-46F4-1182-57C7-C14B74EB234B}"/>
                  </a:ext>
                </a:extLst>
              </p:cNvPr>
              <p:cNvSpPr txBox="1"/>
              <p:nvPr/>
            </p:nvSpPr>
            <p:spPr>
              <a:xfrm>
                <a:off x="7949831" y="2299726"/>
                <a:ext cx="1131784" cy="52610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m:rPr>
                              <m:sty m:val="p"/>
                            </m:rPr>
                            <a:rPr lang="en-US" b="0" i="0" smtClean="0">
                              <a:latin typeface="Cambria Math" panose="02040503050406030204" pitchFamily="18" charset="0"/>
                            </a:rPr>
                            <m:t>peak</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1" i="1" smtClean="0">
                                  <a:solidFill>
                                    <a:srgbClr val="C00000"/>
                                  </a:solidFill>
                                  <a:latin typeface="Cambria Math" panose="02040503050406030204" pitchFamily="18" charset="0"/>
                                </a:rPr>
                              </m:ctrlPr>
                            </m:sSubPr>
                            <m:e>
                              <m:r>
                                <a:rPr lang="en-US" b="1" i="1" smtClean="0">
                                  <a:solidFill>
                                    <a:srgbClr val="C00000"/>
                                  </a:solidFill>
                                  <a:latin typeface="Cambria Math" panose="02040503050406030204" pitchFamily="18" charset="0"/>
                                </a:rPr>
                                <m:t>𝒅</m:t>
                              </m:r>
                            </m:e>
                            <m:sub>
                              <m:r>
                                <a:rPr lang="en-US" b="1" i="1" smtClean="0">
                                  <a:solidFill>
                                    <a:srgbClr val="C00000"/>
                                  </a:solidFill>
                                  <a:latin typeface="Cambria Math" panose="02040503050406030204" pitchFamily="18" charset="0"/>
                                </a:rPr>
                                <m:t>𝟎</m:t>
                              </m:r>
                            </m:sub>
                          </m:sSub>
                        </m:num>
                        <m:den>
                          <m:r>
                            <a:rPr lang="en-US" b="0" i="1" smtClean="0">
                              <a:latin typeface="Cambria Math" panose="02040503050406030204" pitchFamily="18" charset="0"/>
                            </a:rPr>
                            <m:t>6</m:t>
                          </m:r>
                          <m:r>
                            <a:rPr lang="en-US" b="0" i="1" smtClean="0">
                              <a:latin typeface="Cambria Math" panose="02040503050406030204" pitchFamily="18" charset="0"/>
                            </a:rPr>
                            <m:t>𝐷</m:t>
                          </m:r>
                        </m:den>
                      </m:f>
                    </m:oMath>
                  </m:oMathPara>
                </a14:m>
                <a:endParaRPr lang="en-DE" dirty="0"/>
              </a:p>
            </p:txBody>
          </p:sp>
        </mc:Choice>
        <mc:Fallback xmlns="">
          <p:sp>
            <p:nvSpPr>
              <p:cNvPr id="39" name="TextBox 38">
                <a:extLst>
                  <a:ext uri="{FF2B5EF4-FFF2-40B4-BE49-F238E27FC236}">
                    <a16:creationId xmlns:a16="http://schemas.microsoft.com/office/drawing/2014/main" id="{77699C23-46F4-1182-57C7-C14B74EB234B}"/>
                  </a:ext>
                </a:extLst>
              </p:cNvPr>
              <p:cNvSpPr txBox="1">
                <a:spLocks noRot="1" noChangeAspect="1" noMove="1" noResize="1" noEditPoints="1" noAdjustHandles="1" noChangeArrowheads="1" noChangeShapeType="1" noTextEdit="1"/>
              </p:cNvSpPr>
              <p:nvPr/>
            </p:nvSpPr>
            <p:spPr>
              <a:xfrm>
                <a:off x="7949831" y="2299726"/>
                <a:ext cx="1131784" cy="526106"/>
              </a:xfrm>
              <a:prstGeom prst="rect">
                <a:avLst/>
              </a:prstGeom>
              <a:blipFill>
                <a:blip r:embed="rId8"/>
                <a:stretch>
                  <a:fillRect/>
                </a:stretch>
              </a:blipFill>
            </p:spPr>
            <p:txBody>
              <a:bodyPr/>
              <a:lstStyle/>
              <a:p>
                <a:r>
                  <a:rPr lang="en-US">
                    <a:noFill/>
                  </a:rPr>
                  <a:t> </a:t>
                </a:r>
              </a:p>
            </p:txBody>
          </p:sp>
        </mc:Fallback>
      </mc:AlternateContent>
      <p:sp>
        <p:nvSpPr>
          <p:cNvPr id="40" name="Oval 39">
            <a:extLst>
              <a:ext uri="{FF2B5EF4-FFF2-40B4-BE49-F238E27FC236}">
                <a16:creationId xmlns:a16="http://schemas.microsoft.com/office/drawing/2014/main" id="{07D54DF6-7CA1-4F56-7009-1F6C7AA0C66B}"/>
              </a:ext>
            </a:extLst>
          </p:cNvPr>
          <p:cNvSpPr>
            <a:spLocks noChangeAspect="1"/>
          </p:cNvSpPr>
          <p:nvPr/>
        </p:nvSpPr>
        <p:spPr>
          <a:xfrm>
            <a:off x="7679831" y="51065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1" name="Straight Connector 40">
            <a:extLst>
              <a:ext uri="{FF2B5EF4-FFF2-40B4-BE49-F238E27FC236}">
                <a16:creationId xmlns:a16="http://schemas.microsoft.com/office/drawing/2014/main" id="{8A38F73F-EB52-A770-6BDA-94ADB1E9638E}"/>
              </a:ext>
            </a:extLst>
          </p:cNvPr>
          <p:cNvCxnSpPr>
            <a:cxnSpLocks/>
          </p:cNvCxnSpPr>
          <p:nvPr/>
        </p:nvCxnSpPr>
        <p:spPr>
          <a:xfrm flipH="1" flipV="1">
            <a:off x="7769831" y="659972"/>
            <a:ext cx="90000" cy="357817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D05B604-A9CD-5364-90C2-065412E46347}"/>
              </a:ext>
            </a:extLst>
          </p:cNvPr>
          <p:cNvCxnSpPr>
            <a:cxnSpLocks/>
          </p:cNvCxnSpPr>
          <p:nvPr/>
        </p:nvCxnSpPr>
        <p:spPr>
          <a:xfrm>
            <a:off x="6905437" y="3364639"/>
            <a:ext cx="196061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3122946-B1DD-F651-B168-D874CF4014A0}"/>
              </a:ext>
            </a:extLst>
          </p:cNvPr>
          <p:cNvCxnSpPr>
            <a:cxnSpLocks/>
          </p:cNvCxnSpPr>
          <p:nvPr/>
        </p:nvCxnSpPr>
        <p:spPr>
          <a:xfrm>
            <a:off x="7067455" y="3122553"/>
            <a:ext cx="0" cy="1811327"/>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D869835-53AC-0D56-FF59-24333E792C39}"/>
              </a:ext>
            </a:extLst>
          </p:cNvPr>
          <p:cNvSpPr txBox="1"/>
          <p:nvPr/>
        </p:nvSpPr>
        <p:spPr>
          <a:xfrm rot="5400000">
            <a:off x="6445592" y="4442717"/>
            <a:ext cx="681597" cy="400110"/>
          </a:xfrm>
          <a:prstGeom prst="rect">
            <a:avLst/>
          </a:prstGeom>
          <a:noFill/>
        </p:spPr>
        <p:txBody>
          <a:bodyPr wrap="none" rtlCol="0">
            <a:spAutoFit/>
          </a:bodyPr>
          <a:lstStyle/>
          <a:p>
            <a:r>
              <a:rPr lang="en-US" sz="2000" dirty="0"/>
              <a:t>time</a:t>
            </a:r>
            <a:endParaRPr lang="en-DE" sz="1600" dirty="0"/>
          </a:p>
        </p:txBody>
      </p:sp>
      <p:cxnSp>
        <p:nvCxnSpPr>
          <p:cNvPr id="52" name="Straight Connector 51">
            <a:extLst>
              <a:ext uri="{FF2B5EF4-FFF2-40B4-BE49-F238E27FC236}">
                <a16:creationId xmlns:a16="http://schemas.microsoft.com/office/drawing/2014/main" id="{33E2B35B-8786-23F5-86D7-D2798418EE62}"/>
              </a:ext>
            </a:extLst>
          </p:cNvPr>
          <p:cNvCxnSpPr>
            <a:cxnSpLocks/>
          </p:cNvCxnSpPr>
          <p:nvPr/>
        </p:nvCxnSpPr>
        <p:spPr>
          <a:xfrm>
            <a:off x="7067455" y="3364639"/>
            <a:ext cx="792376" cy="873505"/>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4E46257-E0C5-016B-2F2A-9B314C2F7E1D}"/>
                  </a:ext>
                </a:extLst>
              </p:cNvPr>
              <p:cNvSpPr txBox="1"/>
              <p:nvPr/>
            </p:nvSpPr>
            <p:spPr>
              <a:xfrm>
                <a:off x="8171660" y="2964528"/>
                <a:ext cx="642780"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54" name="TextBox 53">
                <a:extLst>
                  <a:ext uri="{FF2B5EF4-FFF2-40B4-BE49-F238E27FC236}">
                    <a16:creationId xmlns:a16="http://schemas.microsoft.com/office/drawing/2014/main" id="{D4E46257-E0C5-016B-2F2A-9B314C2F7E1D}"/>
                  </a:ext>
                </a:extLst>
              </p:cNvPr>
              <p:cNvSpPr txBox="1">
                <a:spLocks noRot="1" noChangeAspect="1" noMove="1" noResize="1" noEditPoints="1" noAdjustHandles="1" noChangeArrowheads="1" noChangeShapeType="1" noTextEdit="1"/>
              </p:cNvSpPr>
              <p:nvPr/>
            </p:nvSpPr>
            <p:spPr>
              <a:xfrm>
                <a:off x="8171660" y="2964528"/>
                <a:ext cx="642780" cy="400110"/>
              </a:xfrm>
              <a:prstGeom prst="rect">
                <a:avLst/>
              </a:prstGeom>
              <a:blipFill>
                <a:blip r:embed="rId9"/>
                <a:stretch>
                  <a:fillRect/>
                </a:stretch>
              </a:blipFill>
            </p:spPr>
            <p:txBody>
              <a:bodyPr/>
              <a:lstStyle/>
              <a:p>
                <a:r>
                  <a:rPr lang="en-US">
                    <a:noFill/>
                  </a:rPr>
                  <a:t> </a:t>
                </a:r>
              </a:p>
            </p:txBody>
          </p:sp>
        </mc:Fallback>
      </mc:AlternateContent>
      <p:cxnSp>
        <p:nvCxnSpPr>
          <p:cNvPr id="62" name="Straight Connector 61">
            <a:extLst>
              <a:ext uri="{FF2B5EF4-FFF2-40B4-BE49-F238E27FC236}">
                <a16:creationId xmlns:a16="http://schemas.microsoft.com/office/drawing/2014/main" id="{954064F2-1806-DC19-9183-8793911CB600}"/>
              </a:ext>
            </a:extLst>
          </p:cNvPr>
          <p:cNvCxnSpPr>
            <a:cxnSpLocks/>
          </p:cNvCxnSpPr>
          <p:nvPr/>
        </p:nvCxnSpPr>
        <p:spPr>
          <a:xfrm>
            <a:off x="7067455" y="4238144"/>
            <a:ext cx="792376"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D2ABDC57-8F3C-4997-D4BF-BAEDE09A8341}"/>
                  </a:ext>
                </a:extLst>
              </p:cNvPr>
              <p:cNvSpPr txBox="1"/>
              <p:nvPr/>
            </p:nvSpPr>
            <p:spPr>
              <a:xfrm>
                <a:off x="95824" y="4787326"/>
                <a:ext cx="73494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m:rPr>
                              <m:sty m:val="p"/>
                            </m:rPr>
                            <a:rPr lang="de-DE" sz="2800" b="0" i="1" smtClean="0">
                              <a:latin typeface="Cambria Math" panose="02040503050406030204" pitchFamily="18" charset="0"/>
                            </a:rPr>
                            <m:t>d</m:t>
                          </m:r>
                        </m:sub>
                      </m:sSub>
                    </m:oMath>
                  </m:oMathPara>
                </a14:m>
                <a:endParaRPr lang="en-US" sz="2800" dirty="0"/>
              </a:p>
            </p:txBody>
          </p:sp>
        </mc:Choice>
        <mc:Fallback xmlns="">
          <p:sp>
            <p:nvSpPr>
              <p:cNvPr id="68" name="TextBox 67">
                <a:extLst>
                  <a:ext uri="{FF2B5EF4-FFF2-40B4-BE49-F238E27FC236}">
                    <a16:creationId xmlns:a16="http://schemas.microsoft.com/office/drawing/2014/main" id="{D2ABDC57-8F3C-4997-D4BF-BAEDE09A8341}"/>
                  </a:ext>
                </a:extLst>
              </p:cNvPr>
              <p:cNvSpPr txBox="1">
                <a:spLocks noRot="1" noChangeAspect="1" noMove="1" noResize="1" noEditPoints="1" noAdjustHandles="1" noChangeArrowheads="1" noChangeShapeType="1" noTextEdit="1"/>
              </p:cNvSpPr>
              <p:nvPr/>
            </p:nvSpPr>
            <p:spPr>
              <a:xfrm>
                <a:off x="95824" y="4787326"/>
                <a:ext cx="734945" cy="523220"/>
              </a:xfrm>
              <a:prstGeom prst="rect">
                <a:avLst/>
              </a:prstGeom>
              <a:blipFill>
                <a:blip r:embed="rId10"/>
                <a:stretch>
                  <a:fillRect/>
                </a:stretch>
              </a:blipFill>
            </p:spPr>
            <p:txBody>
              <a:bodyPr/>
              <a:lstStyle/>
              <a:p>
                <a:r>
                  <a:rPr lang="en-US">
                    <a:noFill/>
                  </a:rPr>
                  <a:t> </a:t>
                </a:r>
              </a:p>
            </p:txBody>
          </p:sp>
        </mc:Fallback>
      </mc:AlternateContent>
      <p:sp>
        <p:nvSpPr>
          <p:cNvPr id="69" name="Oval 68">
            <a:extLst>
              <a:ext uri="{FF2B5EF4-FFF2-40B4-BE49-F238E27FC236}">
                <a16:creationId xmlns:a16="http://schemas.microsoft.com/office/drawing/2014/main" id="{E84783F6-613C-A73A-0FFE-6DB911AFBAAD}"/>
              </a:ext>
            </a:extLst>
          </p:cNvPr>
          <p:cNvSpPr>
            <a:spLocks noChangeAspect="1"/>
          </p:cNvSpPr>
          <p:nvPr/>
        </p:nvSpPr>
        <p:spPr>
          <a:xfrm>
            <a:off x="1625346" y="397145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99AC0B3-0637-DB11-5F37-F9457745EF73}"/>
                  </a:ext>
                </a:extLst>
              </p:cNvPr>
              <p:cNvSpPr txBox="1"/>
              <p:nvPr/>
            </p:nvSpPr>
            <p:spPr>
              <a:xfrm>
                <a:off x="1556744" y="393510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C</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99AC0B3-0637-DB11-5F37-F9457745EF73}"/>
                  </a:ext>
                </a:extLst>
              </p:cNvPr>
              <p:cNvSpPr txBox="1">
                <a:spLocks noRot="1" noChangeAspect="1" noMove="1" noResize="1" noEditPoints="1" noAdjustHandles="1" noChangeArrowheads="1" noChangeShapeType="1" noTextEdit="1"/>
              </p:cNvSpPr>
              <p:nvPr/>
            </p:nvSpPr>
            <p:spPr>
              <a:xfrm>
                <a:off x="1556744" y="3935100"/>
                <a:ext cx="656402" cy="461665"/>
              </a:xfrm>
              <a:prstGeom prst="rect">
                <a:avLst/>
              </a:prstGeom>
              <a:blipFill>
                <a:blip r:embed="rId11"/>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1916B2-6D57-1AB1-F839-8ADEEB659CE1}"/>
                  </a:ext>
                </a:extLst>
              </p:cNvPr>
              <p:cNvSpPr txBox="1"/>
              <p:nvPr/>
            </p:nvSpPr>
            <p:spPr>
              <a:xfrm>
                <a:off x="3014285" y="398901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71" name="TextBox 70">
                <a:extLst>
                  <a:ext uri="{FF2B5EF4-FFF2-40B4-BE49-F238E27FC236}">
                    <a16:creationId xmlns:a16="http://schemas.microsoft.com/office/drawing/2014/main" id="{881916B2-6D57-1AB1-F839-8ADEEB659CE1}"/>
                  </a:ext>
                </a:extLst>
              </p:cNvPr>
              <p:cNvSpPr txBox="1">
                <a:spLocks noRot="1" noChangeAspect="1" noMove="1" noResize="1" noEditPoints="1" noAdjustHandles="1" noChangeArrowheads="1" noChangeShapeType="1" noTextEdit="1"/>
              </p:cNvSpPr>
              <p:nvPr/>
            </p:nvSpPr>
            <p:spPr>
              <a:xfrm>
                <a:off x="3014285" y="3989011"/>
                <a:ext cx="642780" cy="461665"/>
              </a:xfrm>
              <a:prstGeom prst="rect">
                <a:avLst/>
              </a:prstGeom>
              <a:blipFill>
                <a:blip r:embed="rId12"/>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C6B1177-1492-C6A3-042A-CF4C23E333F9}"/>
              </a:ext>
            </a:extLst>
          </p:cNvPr>
          <p:cNvSpPr>
            <a:spLocks noChangeAspect="1"/>
          </p:cNvSpPr>
          <p:nvPr/>
        </p:nvSpPr>
        <p:spPr>
          <a:xfrm>
            <a:off x="3097266" y="48490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97D2EF0-7926-EF02-895B-6968DCCEB618}"/>
                  </a:ext>
                </a:extLst>
              </p:cNvPr>
              <p:cNvSpPr txBox="1"/>
              <p:nvPr/>
            </p:nvSpPr>
            <p:spPr>
              <a:xfrm>
                <a:off x="3047111" y="481810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3" name="TextBox 72">
                <a:extLst>
                  <a:ext uri="{FF2B5EF4-FFF2-40B4-BE49-F238E27FC236}">
                    <a16:creationId xmlns:a16="http://schemas.microsoft.com/office/drawing/2014/main" id="{997D2EF0-7926-EF02-895B-6968DCCEB618}"/>
                  </a:ext>
                </a:extLst>
              </p:cNvPr>
              <p:cNvSpPr txBox="1">
                <a:spLocks noRot="1" noChangeAspect="1" noMove="1" noResize="1" noEditPoints="1" noAdjustHandles="1" noChangeArrowheads="1" noChangeShapeType="1" noTextEdit="1"/>
              </p:cNvSpPr>
              <p:nvPr/>
            </p:nvSpPr>
            <p:spPr>
              <a:xfrm>
                <a:off x="3047111" y="4818103"/>
                <a:ext cx="656402" cy="461665"/>
              </a:xfrm>
              <a:prstGeom prst="rect">
                <a:avLst/>
              </a:prstGeom>
              <a:blipFill>
                <a:blip r:embed="rId1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B819FEE-39D8-3428-1C4A-358C9D4FB837}"/>
                  </a:ext>
                </a:extLst>
              </p:cNvPr>
              <p:cNvSpPr txBox="1"/>
              <p:nvPr/>
            </p:nvSpPr>
            <p:spPr>
              <a:xfrm>
                <a:off x="1572894" y="48626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74" name="TextBox 73">
                <a:extLst>
                  <a:ext uri="{FF2B5EF4-FFF2-40B4-BE49-F238E27FC236}">
                    <a16:creationId xmlns:a16="http://schemas.microsoft.com/office/drawing/2014/main" id="{7B819FEE-39D8-3428-1C4A-358C9D4FB837}"/>
                  </a:ext>
                </a:extLst>
              </p:cNvPr>
              <p:cNvSpPr txBox="1">
                <a:spLocks noRot="1" noChangeAspect="1" noMove="1" noResize="1" noEditPoints="1" noAdjustHandles="1" noChangeArrowheads="1" noChangeShapeType="1" noTextEdit="1"/>
              </p:cNvSpPr>
              <p:nvPr/>
            </p:nvSpPr>
            <p:spPr>
              <a:xfrm>
                <a:off x="1572894" y="4862675"/>
                <a:ext cx="642780" cy="461665"/>
              </a:xfrm>
              <a:prstGeom prst="rect">
                <a:avLst/>
              </a:prstGeom>
              <a:blipFill>
                <a:blip r:embed="rId14"/>
                <a:stretch>
                  <a:fillRect b="-1333"/>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39B7B39-879B-5A9F-5A61-C46C6A308862}"/>
              </a:ext>
            </a:extLst>
          </p:cNvPr>
          <p:cNvSpPr>
            <a:spLocks noChangeAspect="1"/>
          </p:cNvSpPr>
          <p:nvPr/>
        </p:nvSpPr>
        <p:spPr>
          <a:xfrm>
            <a:off x="1661561" y="5882691"/>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B18ACC2-29E7-852A-1E23-17C9B1C0012E}"/>
                  </a:ext>
                </a:extLst>
              </p:cNvPr>
              <p:cNvSpPr txBox="1"/>
              <p:nvPr/>
            </p:nvSpPr>
            <p:spPr>
              <a:xfrm>
                <a:off x="1591264" y="583798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6" name="TextBox 75">
                <a:extLst>
                  <a:ext uri="{FF2B5EF4-FFF2-40B4-BE49-F238E27FC236}">
                    <a16:creationId xmlns:a16="http://schemas.microsoft.com/office/drawing/2014/main" id="{7B18ACC2-29E7-852A-1E23-17C9B1C0012E}"/>
                  </a:ext>
                </a:extLst>
              </p:cNvPr>
              <p:cNvSpPr txBox="1">
                <a:spLocks noRot="1" noChangeAspect="1" noMove="1" noResize="1" noEditPoints="1" noAdjustHandles="1" noChangeArrowheads="1" noChangeShapeType="1" noTextEdit="1"/>
              </p:cNvSpPr>
              <p:nvPr/>
            </p:nvSpPr>
            <p:spPr>
              <a:xfrm>
                <a:off x="1591264" y="5837980"/>
                <a:ext cx="656402" cy="461665"/>
              </a:xfrm>
              <a:prstGeom prst="rect">
                <a:avLst/>
              </a:prstGeom>
              <a:blipFill>
                <a:blip r:embed="rId15"/>
                <a:stretch>
                  <a:fillRect b="-1333"/>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BCCBB94-FE4E-F7D6-3F87-724EAAFCC49C}"/>
              </a:ext>
            </a:extLst>
          </p:cNvPr>
          <p:cNvCxnSpPr>
            <a:cxnSpLocks/>
            <a:stCxn id="68" idx="3"/>
            <a:endCxn id="69" idx="3"/>
          </p:cNvCxnSpPr>
          <p:nvPr/>
        </p:nvCxnSpPr>
        <p:spPr>
          <a:xfrm flipV="1">
            <a:off x="830769" y="4383556"/>
            <a:ext cx="865282" cy="66538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E0EA450-9612-91F8-0484-B27F0967BB23}"/>
              </a:ext>
            </a:extLst>
          </p:cNvPr>
          <p:cNvCxnSpPr>
            <a:cxnSpLocks/>
            <a:stCxn id="68" idx="3"/>
            <a:endCxn id="75" idx="1"/>
          </p:cNvCxnSpPr>
          <p:nvPr/>
        </p:nvCxnSpPr>
        <p:spPr>
          <a:xfrm>
            <a:off x="830769" y="5048936"/>
            <a:ext cx="901497" cy="9044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310AA84-8012-4590-1BB7-3F001D664A15}"/>
              </a:ext>
            </a:extLst>
          </p:cNvPr>
          <p:cNvCxnSpPr>
            <a:cxnSpLocks/>
            <a:stCxn id="74" idx="3"/>
            <a:endCxn id="72" idx="2"/>
          </p:cNvCxnSpPr>
          <p:nvPr/>
        </p:nvCxnSpPr>
        <p:spPr>
          <a:xfrm flipV="1">
            <a:off x="2215674" y="5090482"/>
            <a:ext cx="881592" cy="302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0BC6A1C-0896-4583-71B2-90537A0D2B03}"/>
              </a:ext>
            </a:extLst>
          </p:cNvPr>
          <p:cNvCxnSpPr>
            <a:cxnSpLocks/>
            <a:stCxn id="74" idx="2"/>
            <a:endCxn id="75" idx="0"/>
          </p:cNvCxnSpPr>
          <p:nvPr/>
        </p:nvCxnSpPr>
        <p:spPr>
          <a:xfrm>
            <a:off x="1894284" y="5324340"/>
            <a:ext cx="8679" cy="55835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29C3EF7-2484-C086-2D26-81DDBA84613C}"/>
              </a:ext>
            </a:extLst>
          </p:cNvPr>
          <p:cNvCxnSpPr>
            <a:cxnSpLocks/>
            <a:stCxn id="69" idx="6"/>
            <a:endCxn id="71" idx="1"/>
          </p:cNvCxnSpPr>
          <p:nvPr/>
        </p:nvCxnSpPr>
        <p:spPr>
          <a:xfrm>
            <a:off x="2108149" y="4212860"/>
            <a:ext cx="906136" cy="69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53DA29EF-969E-1318-4737-CE9B6726EFFF}"/>
              </a:ext>
            </a:extLst>
          </p:cNvPr>
          <p:cNvCxnSpPr>
            <a:cxnSpLocks/>
            <a:stCxn id="71" idx="2"/>
            <a:endCxn id="72" idx="0"/>
          </p:cNvCxnSpPr>
          <p:nvPr/>
        </p:nvCxnSpPr>
        <p:spPr>
          <a:xfrm>
            <a:off x="3335675" y="4450676"/>
            <a:ext cx="2993" cy="39840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32B4FE26-F0AE-E7A6-951D-0368B277EE82}"/>
              </a:ext>
            </a:extLst>
          </p:cNvPr>
          <p:cNvSpPr/>
          <p:nvPr/>
        </p:nvSpPr>
        <p:spPr>
          <a:xfrm>
            <a:off x="999784" y="3482255"/>
            <a:ext cx="3636877" cy="304779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3435B220-7112-FA69-5D8D-010E727BFC14}"/>
              </a:ext>
            </a:extLst>
          </p:cNvPr>
          <p:cNvSpPr txBox="1"/>
          <p:nvPr/>
        </p:nvSpPr>
        <p:spPr>
          <a:xfrm>
            <a:off x="2457553" y="3550014"/>
            <a:ext cx="2169633" cy="400110"/>
          </a:xfrm>
          <a:prstGeom prst="rect">
            <a:avLst/>
          </a:prstGeom>
          <a:noFill/>
        </p:spPr>
        <p:txBody>
          <a:bodyPr wrap="none" rtlCol="0">
            <a:spAutoFit/>
          </a:bodyPr>
          <a:lstStyle/>
          <a:p>
            <a:r>
              <a:rPr lang="en-US" sz="2000" dirty="0"/>
              <a:t>Chemical counter</a:t>
            </a:r>
          </a:p>
        </p:txBody>
      </p:sp>
    </p:spTree>
    <p:extLst>
      <p:ext uri="{BB962C8B-B14F-4D97-AF65-F5344CB8AC3E}">
        <p14:creationId xmlns:p14="http://schemas.microsoft.com/office/powerpoint/2010/main" val="2492274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8EC83-990F-7AFF-2E5D-C2BA311B839C}"/>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08B775B-88E5-5A7C-502A-233E399E5A65}"/>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CB978B2-82A4-E250-E5DE-D2D0EBF31A5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E1F6DDE3-21AB-BD30-A06C-F1675E0E9120}"/>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F6F82165-1E5C-64F8-D5D9-305391E6670D}"/>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4D832AA7-1474-1882-3BC5-2502E905F950}"/>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9526AE4-2131-4341-B931-D4EF1868FBA2}"/>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5335E76-77BA-95BF-CD90-21E7022BDE02}"/>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0BDF303-CAC3-45EE-40A9-54C2A0151BE8}"/>
              </a:ext>
            </a:extLst>
          </p:cNvPr>
          <p:cNvPicPr>
            <a:picLocks noChangeAspect="1"/>
          </p:cNvPicPr>
          <p:nvPr/>
        </p:nvPicPr>
        <p:blipFill>
          <a:blip r:embed="rId2"/>
          <a:stretch>
            <a:fillRect/>
          </a:stretch>
        </p:blipFill>
        <p:spPr>
          <a:xfrm>
            <a:off x="1827253" y="3221899"/>
            <a:ext cx="5334274" cy="3213265"/>
          </a:xfrm>
          <a:prstGeom prst="rect">
            <a:avLst/>
          </a:prstGeom>
        </p:spPr>
      </p:pic>
      <p:sp>
        <p:nvSpPr>
          <p:cNvPr id="69" name="Oval 68">
            <a:extLst>
              <a:ext uri="{FF2B5EF4-FFF2-40B4-BE49-F238E27FC236}">
                <a16:creationId xmlns:a16="http://schemas.microsoft.com/office/drawing/2014/main" id="{E234806D-01D2-F60E-3CE9-41C1ACABD41F}"/>
              </a:ext>
            </a:extLst>
          </p:cNvPr>
          <p:cNvSpPr>
            <a:spLocks noChangeAspect="1"/>
          </p:cNvSpPr>
          <p:nvPr/>
        </p:nvSpPr>
        <p:spPr>
          <a:xfrm>
            <a:off x="5201322"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020F03B-AC2E-B1F0-29A8-B8B2BF9911CE}"/>
                  </a:ext>
                </a:extLst>
              </p:cNvPr>
              <p:cNvSpPr txBox="1"/>
              <p:nvPr/>
            </p:nvSpPr>
            <p:spPr>
              <a:xfrm>
                <a:off x="5147126" y="46627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020F03B-AC2E-B1F0-29A8-B8B2BF9911CE}"/>
                  </a:ext>
                </a:extLst>
              </p:cNvPr>
              <p:cNvSpPr txBox="1">
                <a:spLocks noRot="1" noChangeAspect="1" noMove="1" noResize="1" noEditPoints="1" noAdjustHandles="1" noChangeArrowheads="1" noChangeShapeType="1" noTextEdit="1"/>
              </p:cNvSpPr>
              <p:nvPr/>
            </p:nvSpPr>
            <p:spPr>
              <a:xfrm>
                <a:off x="5147126" y="466275"/>
                <a:ext cx="51855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D482985-346A-8B86-B4D1-9D78E96A6B65}"/>
                  </a:ext>
                </a:extLst>
              </p:cNvPr>
              <p:cNvSpPr txBox="1"/>
              <p:nvPr/>
            </p:nvSpPr>
            <p:spPr>
              <a:xfrm>
                <a:off x="6299992"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D482985-346A-8B86-B4D1-9D78E96A6B65}"/>
                  </a:ext>
                </a:extLst>
              </p:cNvPr>
              <p:cNvSpPr txBox="1">
                <a:spLocks noRot="1" noChangeAspect="1" noMove="1" noResize="1" noEditPoints="1" noAdjustHandles="1" noChangeArrowheads="1" noChangeShapeType="1" noTextEdit="1"/>
              </p:cNvSpPr>
              <p:nvPr/>
            </p:nvSpPr>
            <p:spPr>
              <a:xfrm>
                <a:off x="6299992"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ADB650-446F-6542-BE35-CAB851A9E05C}"/>
              </a:ext>
            </a:extLst>
          </p:cNvPr>
          <p:cNvSpPr>
            <a:spLocks noChangeAspect="1"/>
          </p:cNvSpPr>
          <p:nvPr/>
        </p:nvSpPr>
        <p:spPr>
          <a:xfrm>
            <a:off x="6364139"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81EE10-A2C5-4B1C-6667-2F2033563E8C}"/>
                  </a:ext>
                </a:extLst>
              </p:cNvPr>
              <p:cNvSpPr txBox="1"/>
              <p:nvPr/>
            </p:nvSpPr>
            <p:spPr>
              <a:xfrm>
                <a:off x="6324516" y="116384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81EE10-A2C5-4B1C-6667-2F2033563E8C}"/>
                  </a:ext>
                </a:extLst>
              </p:cNvPr>
              <p:cNvSpPr txBox="1">
                <a:spLocks noRot="1" noChangeAspect="1" noMove="1" noResize="1" noEditPoints="1" noAdjustHandles="1" noChangeArrowheads="1" noChangeShapeType="1" noTextEdit="1"/>
              </p:cNvSpPr>
              <p:nvPr/>
            </p:nvSpPr>
            <p:spPr>
              <a:xfrm>
                <a:off x="6324516" y="1163848"/>
                <a:ext cx="51855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77BDC0D-300E-CFEF-0D37-CFE80837BA44}"/>
                  </a:ext>
                </a:extLst>
              </p:cNvPr>
              <p:cNvSpPr txBox="1"/>
              <p:nvPr/>
            </p:nvSpPr>
            <p:spPr>
              <a:xfrm>
                <a:off x="5159885"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Sc</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77BDC0D-300E-CFEF-0D37-CFE80837BA44}"/>
                  </a:ext>
                </a:extLst>
              </p:cNvPr>
              <p:cNvSpPr txBox="1">
                <a:spLocks noRot="1" noChangeAspect="1" noMove="1" noResize="1" noEditPoints="1" noAdjustHandles="1" noChangeArrowheads="1" noChangeShapeType="1" noTextEdit="1"/>
              </p:cNvSpPr>
              <p:nvPr/>
            </p:nvSpPr>
            <p:spPr>
              <a:xfrm>
                <a:off x="5159885" y="1199060"/>
                <a:ext cx="507796" cy="369332"/>
              </a:xfrm>
              <a:prstGeom prst="rect">
                <a:avLst/>
              </a:prstGeom>
              <a:blipFill>
                <a:blip r:embed="rId6"/>
                <a:stretch>
                  <a:fillRect/>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034E9F3-10AC-F3A5-27E5-19F8281BB21F}"/>
              </a:ext>
            </a:extLst>
          </p:cNvPr>
          <p:cNvSpPr>
            <a:spLocks noChangeAspect="1"/>
          </p:cNvSpPr>
          <p:nvPr/>
        </p:nvSpPr>
        <p:spPr>
          <a:xfrm>
            <a:off x="5229932"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0C64263B-BC98-FD80-C679-E7C13ACD6B13}"/>
                  </a:ext>
                </a:extLst>
              </p:cNvPr>
              <p:cNvSpPr txBox="1"/>
              <p:nvPr/>
            </p:nvSpPr>
            <p:spPr>
              <a:xfrm>
                <a:off x="5174397"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0C64263B-BC98-FD80-C679-E7C13ACD6B13}"/>
                  </a:ext>
                </a:extLst>
              </p:cNvPr>
              <p:cNvSpPr txBox="1">
                <a:spLocks noRot="1" noChangeAspect="1" noMove="1" noResize="1" noEditPoints="1" noAdjustHandles="1" noChangeArrowheads="1" noChangeShapeType="1" noTextEdit="1"/>
              </p:cNvSpPr>
              <p:nvPr/>
            </p:nvSpPr>
            <p:spPr>
              <a:xfrm>
                <a:off x="5174397"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99D6999-ACEF-D0EE-2499-0F5666899915}"/>
              </a:ext>
            </a:extLst>
          </p:cNvPr>
          <p:cNvCxnSpPr>
            <a:cxnSpLocks/>
            <a:endCxn id="69" idx="3"/>
          </p:cNvCxnSpPr>
          <p:nvPr/>
        </p:nvCxnSpPr>
        <p:spPr>
          <a:xfrm flipV="1">
            <a:off x="4371340" y="820556"/>
            <a:ext cx="885839" cy="4704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DC11840-600B-6F9A-8239-AC5A0AA0709D}"/>
              </a:ext>
            </a:extLst>
          </p:cNvPr>
          <p:cNvCxnSpPr>
            <a:cxnSpLocks/>
            <a:endCxn id="75" idx="1"/>
          </p:cNvCxnSpPr>
          <p:nvPr/>
        </p:nvCxnSpPr>
        <p:spPr>
          <a:xfrm>
            <a:off x="4371340" y="1291041"/>
            <a:ext cx="914449" cy="76969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E1A2E20-196A-4D18-97AD-D6AC214EC213}"/>
              </a:ext>
            </a:extLst>
          </p:cNvPr>
          <p:cNvCxnSpPr>
            <a:cxnSpLocks/>
            <a:stCxn id="74" idx="3"/>
            <a:endCxn id="72" idx="2"/>
          </p:cNvCxnSpPr>
          <p:nvPr/>
        </p:nvCxnSpPr>
        <p:spPr>
          <a:xfrm flipV="1">
            <a:off x="5667681"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355BFDB-07EF-F781-D659-EA293FC8B773}"/>
              </a:ext>
            </a:extLst>
          </p:cNvPr>
          <p:cNvCxnSpPr>
            <a:cxnSpLocks/>
            <a:stCxn id="74" idx="2"/>
            <a:endCxn id="75" idx="0"/>
          </p:cNvCxnSpPr>
          <p:nvPr/>
        </p:nvCxnSpPr>
        <p:spPr>
          <a:xfrm>
            <a:off x="5413783"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04F8E4F-4FA8-743F-EA87-050E92773644}"/>
              </a:ext>
            </a:extLst>
          </p:cNvPr>
          <p:cNvCxnSpPr>
            <a:cxnSpLocks/>
            <a:stCxn id="69" idx="6"/>
          </p:cNvCxnSpPr>
          <p:nvPr/>
        </p:nvCxnSpPr>
        <p:spPr>
          <a:xfrm>
            <a:off x="5582736" y="685706"/>
            <a:ext cx="2340978" cy="551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075619D-349F-8A32-3333-EF6DC1764081}"/>
              </a:ext>
            </a:extLst>
          </p:cNvPr>
          <p:cNvCxnSpPr>
            <a:cxnSpLocks/>
            <a:stCxn id="71" idx="2"/>
            <a:endCxn id="72" idx="0"/>
          </p:cNvCxnSpPr>
          <p:nvPr/>
        </p:nvCxnSpPr>
        <p:spPr>
          <a:xfrm>
            <a:off x="6553890"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4A70062-F019-DC64-6E5C-384E0A54C1AC}"/>
              </a:ext>
            </a:extLst>
          </p:cNvPr>
          <p:cNvSpPr/>
          <p:nvPr/>
        </p:nvSpPr>
        <p:spPr>
          <a:xfrm>
            <a:off x="4707128"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7092FE-8730-478A-BAA1-CE638E0DE9DA}"/>
              </a:ext>
            </a:extLst>
          </p:cNvPr>
          <p:cNvSpPr txBox="1"/>
          <p:nvPr/>
        </p:nvSpPr>
        <p:spPr>
          <a:xfrm>
            <a:off x="4707128"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3035F68-D7DF-F721-69CF-6DC438DDABB0}"/>
                  </a:ext>
                </a:extLst>
              </p:cNvPr>
              <p:cNvSpPr txBox="1"/>
              <p:nvPr/>
            </p:nvSpPr>
            <p:spPr>
              <a:xfrm>
                <a:off x="3" y="1445647"/>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67" name="TextBox 66">
                <a:extLst>
                  <a:ext uri="{FF2B5EF4-FFF2-40B4-BE49-F238E27FC236}">
                    <a16:creationId xmlns:a16="http://schemas.microsoft.com/office/drawing/2014/main" id="{23035F68-D7DF-F721-69CF-6DC438DDABB0}"/>
                  </a:ext>
                </a:extLst>
              </p:cNvPr>
              <p:cNvSpPr txBox="1">
                <a:spLocks noRot="1" noChangeAspect="1" noMove="1" noResize="1" noEditPoints="1" noAdjustHandles="1" noChangeArrowheads="1" noChangeShapeType="1" noTextEdit="1"/>
              </p:cNvSpPr>
              <p:nvPr/>
            </p:nvSpPr>
            <p:spPr>
              <a:xfrm>
                <a:off x="3" y="1445647"/>
                <a:ext cx="639341" cy="400110"/>
              </a:xfrm>
              <a:prstGeom prst="rect">
                <a:avLst/>
              </a:prstGeom>
              <a:blipFill>
                <a:blip r:embed="rId8"/>
                <a:stretch>
                  <a:fillRect b="-1515"/>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FF2279E-D7A3-38C1-3CB2-504098CFA4B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908ABAA-6189-0B5E-8A0E-D16FA455260A}"/>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4337D0A-517F-F20F-58A7-9C5101BD8C63}"/>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47C4B41-7D15-C064-1C5F-FA2CE9E3AC08}"/>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47C4B41-7D15-C064-1C5F-FA2CE9E3AC08}"/>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324A7C4-5B1E-E512-1AFA-826D64AFC96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EFDCA25-7EA1-3C69-1D1F-809E1D8B3F34}"/>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EFDCA25-7EA1-3C69-1D1F-809E1D8B3F34}"/>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0AA3A3E5-5123-ACF4-EEAD-EEB08BDC980B}"/>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3E91740-35D8-4531-5DE1-3985EE23C228}"/>
                  </a:ext>
                </a:extLst>
              </p:cNvPr>
              <p:cNvSpPr txBox="1"/>
              <p:nvPr/>
            </p:nvSpPr>
            <p:spPr>
              <a:xfrm>
                <a:off x="2166529" y="107561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3E91740-35D8-4531-5DE1-3985EE23C228}"/>
                  </a:ext>
                </a:extLst>
              </p:cNvPr>
              <p:cNvSpPr txBox="1">
                <a:spLocks noRot="1" noChangeAspect="1" noMove="1" noResize="1" noEditPoints="1" noAdjustHandles="1" noChangeArrowheads="1" noChangeShapeType="1" noTextEdit="1"/>
              </p:cNvSpPr>
              <p:nvPr/>
            </p:nvSpPr>
            <p:spPr>
              <a:xfrm>
                <a:off x="2166529" y="1075615"/>
                <a:ext cx="518558" cy="369332"/>
              </a:xfrm>
              <a:prstGeom prst="rect">
                <a:avLst/>
              </a:prstGeom>
              <a:blipFill>
                <a:blip r:embed="rId11"/>
                <a:stretch>
                  <a:fillRect/>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D523A59A-95DB-4E1B-CF2D-7C70ADA8BAB9}"/>
              </a:ext>
            </a:extLst>
          </p:cNvPr>
          <p:cNvCxnSpPr>
            <a:cxnSpLocks/>
            <a:stCxn id="67" idx="3"/>
            <a:endCxn id="81" idx="2"/>
          </p:cNvCxnSpPr>
          <p:nvPr/>
        </p:nvCxnSpPr>
        <p:spPr>
          <a:xfrm flipV="1">
            <a:off x="639344" y="1291042"/>
            <a:ext cx="412358"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BD56970E-9FF7-5B9E-58DE-F38E8B9A305C}"/>
              </a:ext>
            </a:extLst>
          </p:cNvPr>
          <p:cNvCxnSpPr>
            <a:cxnSpLocks/>
            <a:stCxn id="67" idx="3"/>
            <a:endCxn id="83" idx="2"/>
          </p:cNvCxnSpPr>
          <p:nvPr/>
        </p:nvCxnSpPr>
        <p:spPr>
          <a:xfrm>
            <a:off x="639344" y="1645702"/>
            <a:ext cx="515839"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F1A4C8-1ADB-E76A-06A0-0E001A788784}"/>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8F99DE7-967A-F5D5-2D79-DF068F5E38A4}"/>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E5E1264-0780-F835-4D6E-D6860D6C3830}"/>
              </a:ext>
            </a:extLst>
          </p:cNvPr>
          <p:cNvCxnSpPr>
            <a:cxnSpLocks/>
            <a:stCxn id="86" idx="6"/>
          </p:cNvCxnSpPr>
          <p:nvPr/>
        </p:nvCxnSpPr>
        <p:spPr>
          <a:xfrm flipV="1">
            <a:off x="2602804" y="1291041"/>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EF1DFC-FE2F-BA5C-1595-9735C8C8CEDF}"/>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EF1DFC-FE2F-BA5C-1595-9735C8C8CEDF}"/>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D66D01E3-C306-846C-0BC8-BCAC49D53E4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D66D01E3-C306-846C-0BC8-BCAC49D53E4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27A1675-7224-F7F3-782A-B7F2469C8C23}"/>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27A1675-7224-F7F3-782A-B7F2469C8C23}"/>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7229"/>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A11F915A-51BA-67BC-FB82-1E25F99F281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B3CA323-9632-71C5-A4C5-D9346F2DA65E}"/>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B3CA323-9632-71C5-A4C5-D9346F2DA65E}"/>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0822F75-36A4-7D6F-87BE-00DFE2DA4E44}"/>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D4B55D25-2833-E6AE-E960-9A085D57D0BE}"/>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0AEA137B-02D2-3338-4C9D-9B6673380EC3}"/>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0AEA137B-02D2-3338-4C9D-9B6673380EC3}"/>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383BC19-4755-9250-9C8B-7F92C83459B0}"/>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383BC19-4755-9250-9C8B-7F92C83459B0}"/>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C1700D42-03FC-9366-6CE3-8EE4E59FD7B4}"/>
                  </a:ext>
                </a:extLst>
              </p:cNvPr>
              <p:cNvSpPr txBox="1"/>
              <p:nvPr/>
            </p:nvSpPr>
            <p:spPr>
              <a:xfrm>
                <a:off x="7566659" y="28391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C1700D42-03FC-9366-6CE3-8EE4E59FD7B4}"/>
                  </a:ext>
                </a:extLst>
              </p:cNvPr>
              <p:cNvSpPr txBox="1">
                <a:spLocks noRot="1" noChangeAspect="1" noMove="1" noResize="1" noEditPoints="1" noAdjustHandles="1" noChangeArrowheads="1" noChangeShapeType="1" noTextEdit="1"/>
              </p:cNvSpPr>
              <p:nvPr/>
            </p:nvSpPr>
            <p:spPr>
              <a:xfrm>
                <a:off x="7566659" y="283917"/>
                <a:ext cx="507796" cy="369332"/>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95300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422E-E716-C8D0-36CF-AD4122AB669B}"/>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F0C435E-98BF-635D-D50E-0C5078D288B5}"/>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1238A622-5DED-E474-4F8B-168D3F5B40E7}"/>
              </a:ext>
            </a:extLst>
          </p:cNvPr>
          <p:cNvSpPr/>
          <p:nvPr/>
        </p:nvSpPr>
        <p:spPr>
          <a:xfrm>
            <a:off x="3764816"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953BB98-A9E3-B78C-3EB2-D0B3F396C5A2}"/>
              </a:ext>
            </a:extLst>
          </p:cNvPr>
          <p:cNvSpPr/>
          <p:nvPr/>
        </p:nvSpPr>
        <p:spPr>
          <a:xfrm>
            <a:off x="6067341"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5214B81-55A3-C0C9-2B2E-E9709CE7FAB4}"/>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1087D23C-FC26-4D4B-E6D4-C25A64A74E52}"/>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82611A7-8175-E68D-57D0-38EE3F4BA070}"/>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02D269-1D19-1858-E492-5999371204BD}"/>
              </a:ext>
            </a:extLst>
          </p:cNvPr>
          <p:cNvCxnSpPr>
            <a:cxnSpLocks/>
            <a:stCxn id="6" idx="3"/>
            <a:endCxn id="7" idx="1"/>
          </p:cNvCxnSpPr>
          <p:nvPr/>
        </p:nvCxnSpPr>
        <p:spPr>
          <a:xfrm>
            <a:off x="7621821" y="6492240"/>
            <a:ext cx="7480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D74EE471-A829-2FB0-EC38-AE09740916E2}"/>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3F70B51-A432-21A2-F8DF-B7CA5E84D633}"/>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3F70B51-A432-21A2-F8DF-B7CA5E84D633}"/>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3FB9E67-3307-45AF-EE70-F072B3F88594}"/>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3FB9E67-3307-45AF-EE70-F072B3F88594}"/>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270154-3231-3D0E-5B5A-3A41734B2FB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470E89F-25D1-5772-89AA-95A70ED6C39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470E89F-25D1-5772-89AA-95A70ED6C39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50A6082-7AA8-2FDB-2133-371DD6C5BFCA}"/>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50A6082-7AA8-2FDB-2133-371DD6C5BFCA}"/>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35499DAF-B93F-AF52-AB07-04CD426DB3D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517A46C-9545-72A1-33EA-116C6BFEED64}"/>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517A46C-9545-72A1-33EA-116C6BFEED64}"/>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7430EC4-40DF-BD04-9EBD-A232BA30D69E}"/>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AA00B12-2899-2175-81FA-4625C496949E}"/>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DEBA8F-6D0B-AAE0-D4F9-CA2C00D673E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BF3BE12-78AE-0ABB-8F5B-D7E213B4BB6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DCFF784-7D9A-9776-CC26-59B70504756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76C6B3C-5C0F-012D-1371-728B94B2360F}"/>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8C67776-1B22-E816-0C29-1E07E3D65FAA}"/>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B794A8F-EB3D-5B9A-14F6-DBC77C37B46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DFDC4C0F-64EE-3F35-7CE1-DEEEA595D68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DFDC4C0F-64EE-3F35-7CE1-DEEEA595D68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0388C8D-F3E5-35D5-620A-52BFDC17959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6450A80-7C8D-B463-05E5-5ED019B43A7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174B250-9E38-520A-C6B6-02B18A5BC5E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50CE2C9-1471-E0A4-F456-1A1782ED3FB3}"/>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50CE2C9-1471-E0A4-F456-1A1782ED3FB3}"/>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4D0BC42-94DA-1C13-E7F8-0D40A580F722}"/>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606FE8-536D-8AAB-34DA-D859E8EA1986}"/>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606FE8-536D-8AAB-34DA-D859E8EA1986}"/>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CF9FD2D-528B-4CC9-691E-B97554A9CC4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3323F7E-C35C-0402-333C-F79168910F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3323F7E-C35C-0402-333C-F79168910F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C8C4CDF-F729-7A7B-6A4D-04AB954BB735}"/>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BF4DD4F-460F-8223-42C4-3E8BA23C8F4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ED3C1D-9C96-4553-0F1F-6DC54D2F00A3}"/>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8A4C8A3-C705-4C3A-06AB-572C9B9252AF}"/>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2C41392-B197-1898-8A81-26290698CA5E}"/>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36BE9D7-3B4D-44F2-182E-80272D61A56B}"/>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36BE9D7-3B4D-44F2-182E-80272D61A56B}"/>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9BE62DD-E2E3-834E-B3F3-28E5F4E402C5}"/>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9BE62DD-E2E3-834E-B3F3-28E5F4E402C5}"/>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B449E3A-6ADC-FB84-1511-03DD0E6C1D66}"/>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3B449E3A-6ADC-FB84-1511-03DD0E6C1D66}"/>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1EFBDD7-FCCF-D462-BD63-FA8EDA270AA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B9B355B-6D29-D779-5551-1B25AB6C646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B9B355B-6D29-D779-5551-1B25AB6C646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286E32E-83A0-16A4-E528-B2C5D9BC41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06FBBA97-9F39-8EA0-3789-CF4643E9BBD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06FBBA97-9F39-8EA0-3789-CF4643E9BBD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AF1B54-6B14-3F9D-DCC7-424E7E15D3C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AF1B54-6B14-3F9D-DCC7-424E7E15D3C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18A69F6-9602-6BA4-0F8B-BD624BEB9CEF}"/>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EF00732-186D-9248-F4B8-93397C2DF991}"/>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12BA56B2-F09B-0F21-6D2F-5CA975E7434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24AC3BF-B659-610C-3882-00EC15DF7EE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3889ADE-3DBC-813B-54A1-3E7A9A9C6017}"/>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3889ADE-3DBC-813B-54A1-3E7A9A9C6017}"/>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4952BB8-EB3F-C528-EDD1-05FFB46E7DF5}"/>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4952BB8-EB3F-C528-EDD1-05FFB46E7DF5}"/>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CBE457-6C2C-EB9D-A53D-E31B23B7B7FF}"/>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89CBE457-6C2C-EB9D-A53D-E31B23B7B7FF}"/>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A4B5AB9-25FE-DDD7-5A19-36A78752EE58}"/>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A4B5AB9-25FE-DDD7-5A19-36A78752EE58}"/>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C998DB4F-BB9A-1B31-C355-0000F3769510}"/>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A9582F5A-62E1-980C-D2D3-E25579C7C48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BD590D5-40FA-AB40-4FFC-9AFACF2202D7}"/>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BD590D5-40FA-AB40-4FFC-9AFACF2202D7}"/>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2EF3134-83CF-FBD8-12EB-CAE3634BBC3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8891D4-4F60-FA22-DBDB-92DB43373BD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51FFE99-09AD-0E68-E824-21B9F4AF1DDF}"/>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85808EA-23EB-9D96-5AD0-787EC0BD529F}"/>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49FD23D-F4E9-D651-8EBC-CAB3F43EF2A6}"/>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49FD23D-F4E9-D651-8EBC-CAB3F43EF2A6}"/>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D30B769-3724-4677-7054-E61816DBF76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D30B769-3724-4677-7054-E61816DBF76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C27381-7812-E490-EA18-AFA19F7E35A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65C27381-7812-E490-EA18-AFA19F7E35A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A27BF7B2-36CC-F479-2FDD-48E893FF8975}"/>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A27BF7B2-36CC-F479-2FDD-48E893FF8975}"/>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4C30349-85CA-F1F7-77A1-740D0EC4652C}"/>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4C30349-85CA-F1F7-77A1-740D0EC4652C}"/>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4A99BAA-CEF3-956C-DA05-B19CB1821DEB}"/>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CA5A4A3-D21A-A7FD-D701-C11E66D222FE}"/>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06F9DB4-2FB6-818E-18EF-F85F8EDAEE5D}"/>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pic>
        <p:nvPicPr>
          <p:cNvPr id="2" name="Picture 1">
            <a:extLst>
              <a:ext uri="{FF2B5EF4-FFF2-40B4-BE49-F238E27FC236}">
                <a16:creationId xmlns:a16="http://schemas.microsoft.com/office/drawing/2014/main" id="{8C61EB78-5BF8-D8D5-F6C3-148810D7A883}"/>
              </a:ext>
            </a:extLst>
          </p:cNvPr>
          <p:cNvPicPr>
            <a:picLocks noChangeAspect="1"/>
          </p:cNvPicPr>
          <p:nvPr/>
        </p:nvPicPr>
        <p:blipFill>
          <a:blip r:embed="rId29"/>
          <a:stretch>
            <a:fillRect/>
          </a:stretch>
        </p:blipFill>
        <p:spPr>
          <a:xfrm>
            <a:off x="6919" y="3311422"/>
            <a:ext cx="3516796" cy="2116358"/>
          </a:xfrm>
          <a:prstGeom prst="rect">
            <a:avLst/>
          </a:prstGeom>
        </p:spPr>
      </p:pic>
      <p:pic>
        <p:nvPicPr>
          <p:cNvPr id="3" name="Picture 2">
            <a:extLst>
              <a:ext uri="{FF2B5EF4-FFF2-40B4-BE49-F238E27FC236}">
                <a16:creationId xmlns:a16="http://schemas.microsoft.com/office/drawing/2014/main" id="{DD679A66-4449-A602-540D-9A01A7F00D6F}"/>
              </a:ext>
            </a:extLst>
          </p:cNvPr>
          <p:cNvPicPr>
            <a:picLocks noChangeAspect="1"/>
          </p:cNvPicPr>
          <p:nvPr/>
        </p:nvPicPr>
        <p:blipFill>
          <a:blip r:embed="rId30"/>
          <a:stretch>
            <a:fillRect/>
          </a:stretch>
        </p:blipFill>
        <p:spPr>
          <a:xfrm>
            <a:off x="3914254" y="3257301"/>
            <a:ext cx="3785384" cy="2277990"/>
          </a:xfrm>
          <a:prstGeom prst="rect">
            <a:avLst/>
          </a:prstGeom>
        </p:spPr>
      </p:pic>
      <p:pic>
        <p:nvPicPr>
          <p:cNvPr id="11" name="Picture 10">
            <a:extLst>
              <a:ext uri="{FF2B5EF4-FFF2-40B4-BE49-F238E27FC236}">
                <a16:creationId xmlns:a16="http://schemas.microsoft.com/office/drawing/2014/main" id="{6DA3BE72-0268-9B6E-3703-F732590E511C}"/>
              </a:ext>
            </a:extLst>
          </p:cNvPr>
          <p:cNvPicPr>
            <a:picLocks noChangeAspect="1"/>
          </p:cNvPicPr>
          <p:nvPr/>
        </p:nvPicPr>
        <p:blipFill>
          <a:blip r:embed="rId31"/>
          <a:stretch>
            <a:fillRect/>
          </a:stretch>
        </p:blipFill>
        <p:spPr>
          <a:xfrm>
            <a:off x="8153572" y="3275017"/>
            <a:ext cx="3781253" cy="2275504"/>
          </a:xfrm>
          <a:prstGeom prst="rect">
            <a:avLst/>
          </a:prstGeom>
        </p:spPr>
      </p:pic>
    </p:spTree>
    <p:extLst>
      <p:ext uri="{BB962C8B-B14F-4D97-AF65-F5344CB8AC3E}">
        <p14:creationId xmlns:p14="http://schemas.microsoft.com/office/powerpoint/2010/main" val="3961112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14216" y="176782"/>
            <a:ext cx="4725348" cy="505057"/>
          </a:xfrm>
        </p:spPr>
        <p:txBody>
          <a:bodyPr>
            <a:noAutofit/>
          </a:bodyPr>
          <a:lstStyle/>
          <a:p>
            <a:r>
              <a:rPr lang="es-ES" sz="3600" dirty="0" err="1"/>
              <a:t>Stoichiometric</a:t>
            </a:r>
            <a:r>
              <a:rPr lang="es-ES" sz="3600" dirty="0"/>
              <a:t> </a:t>
            </a:r>
            <a:r>
              <a:rPr lang="es-ES" sz="3600" dirty="0" err="1"/>
              <a:t>matrix</a:t>
            </a:r>
            <a:endParaRPr lang="en-US" sz="3600"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451368" y="1052376"/>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451368" y="1052376"/>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590694" y="3437610"/>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590694" y="3437610"/>
                <a:ext cx="4051045" cy="2169825"/>
              </a:xfrm>
              <a:prstGeom prst="rect">
                <a:avLst/>
              </a:prstGeom>
              <a:blipFill>
                <a:blip r:embed="rId3"/>
                <a:stretch>
                  <a:fillRect l="-2252" t="-1955"/>
                </a:stretch>
              </a:blipFill>
              <a:ln>
                <a:solidFill>
                  <a:schemeClr val="accent1"/>
                </a:solidFill>
              </a:ln>
            </p:spPr>
            <p:txBody>
              <a:bodyPr/>
              <a:lstStyle/>
              <a:p>
                <a:r>
                  <a:rPr lang="en-US">
                    <a:noFill/>
                  </a:rPr>
                  <a:t> </a:t>
                </a:r>
              </a:p>
            </p:txBody>
          </p:sp>
        </mc:Fallback>
      </mc:AlternateContent>
      <p:sp>
        <p:nvSpPr>
          <p:cNvPr id="14" name="Rectangle: Rounded Corners 13">
            <a:extLst>
              <a:ext uri="{FF2B5EF4-FFF2-40B4-BE49-F238E27FC236}">
                <a16:creationId xmlns:a16="http://schemas.microsoft.com/office/drawing/2014/main" id="{C7AEA3AF-2383-F6D2-381F-511EE6A9EE8F}"/>
              </a:ext>
            </a:extLst>
          </p:cNvPr>
          <p:cNvSpPr/>
          <p:nvPr/>
        </p:nvSpPr>
        <p:spPr>
          <a:xfrm>
            <a:off x="2443784" y="957493"/>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a:stCxn id="14" idx="2"/>
          </p:cNvCxnSpPr>
          <p:nvPr/>
        </p:nvCxnSpPr>
        <p:spPr>
          <a:xfrm flipH="1">
            <a:off x="2616217" y="2386243"/>
            <a:ext cx="284767" cy="891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97C39CE-6929-E03F-1BBA-0F8ECFA9D038}"/>
              </a:ext>
            </a:extLst>
          </p:cNvPr>
          <p:cNvSpPr txBox="1"/>
          <p:nvPr/>
        </p:nvSpPr>
        <p:spPr>
          <a:xfrm>
            <a:off x="6645115" y="1408466"/>
            <a:ext cx="529312" cy="461665"/>
          </a:xfrm>
          <a:prstGeom prst="rect">
            <a:avLst/>
          </a:prstGeom>
          <a:noFill/>
        </p:spPr>
        <p:txBody>
          <a:bodyPr wrap="none" rtlCol="0">
            <a:spAutoFit/>
          </a:bodyPr>
          <a:lstStyle/>
          <a:p>
            <a:r>
              <a:rPr lang="en-US" sz="2400" dirty="0"/>
              <a:t>(1)</a:t>
            </a:r>
          </a:p>
        </p:txBody>
      </p:sp>
      <p:sp>
        <p:nvSpPr>
          <p:cNvPr id="39" name="TextBox 38">
            <a:extLst>
              <a:ext uri="{FF2B5EF4-FFF2-40B4-BE49-F238E27FC236}">
                <a16:creationId xmlns:a16="http://schemas.microsoft.com/office/drawing/2014/main" id="{D3F46A66-BC2D-14F0-3AE4-49478E4ADFF4}"/>
              </a:ext>
            </a:extLst>
          </p:cNvPr>
          <p:cNvSpPr txBox="1"/>
          <p:nvPr/>
        </p:nvSpPr>
        <p:spPr>
          <a:xfrm>
            <a:off x="4920285" y="4060857"/>
            <a:ext cx="529312" cy="461665"/>
          </a:xfrm>
          <a:prstGeom prst="rect">
            <a:avLst/>
          </a:prstGeom>
          <a:noFill/>
        </p:spPr>
        <p:txBody>
          <a:bodyPr wrap="none" rtlCol="0">
            <a:spAutoFit/>
          </a:bodyPr>
          <a:lstStyle/>
          <a:p>
            <a:r>
              <a:rPr lang="en-US" sz="2400" dirty="0"/>
              <a:t>(2)</a:t>
            </a:r>
          </a:p>
        </p:txBody>
      </p:sp>
      <p:sp>
        <p:nvSpPr>
          <p:cNvPr id="6" name="Slide Number Placeholder 5">
            <a:extLst>
              <a:ext uri="{FF2B5EF4-FFF2-40B4-BE49-F238E27FC236}">
                <a16:creationId xmlns:a16="http://schemas.microsoft.com/office/drawing/2014/main" id="{0DBD71AB-F08F-71DD-4E88-E9D38305A544}"/>
              </a:ext>
            </a:extLst>
          </p:cNvPr>
          <p:cNvSpPr>
            <a:spLocks noGrp="1"/>
          </p:cNvSpPr>
          <p:nvPr>
            <p:ph type="sldNum" sz="quarter" idx="12"/>
          </p:nvPr>
        </p:nvSpPr>
        <p:spPr>
          <a:xfrm>
            <a:off x="9448800" y="6492875"/>
            <a:ext cx="2743200" cy="365125"/>
          </a:xfrm>
        </p:spPr>
        <p:txBody>
          <a:bodyPr/>
          <a:lstStyle/>
          <a:p>
            <a:fld id="{250B62C5-2ACF-4D78-8FF3-37371B948607}" type="slidenum">
              <a:rPr lang="en-US" smtClean="0"/>
              <a:t>17</a:t>
            </a:fld>
            <a:endParaRPr lang="en-US"/>
          </a:p>
        </p:txBody>
      </p:sp>
      <p:sp>
        <p:nvSpPr>
          <p:cNvPr id="15" name="Rectangle: Rounded Corners 14">
            <a:extLst>
              <a:ext uri="{FF2B5EF4-FFF2-40B4-BE49-F238E27FC236}">
                <a16:creationId xmlns:a16="http://schemas.microsoft.com/office/drawing/2014/main" id="{02B33041-37A5-1D8E-2C8F-8AD19EB936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7" name="Rectangle: Rounded Corners 16">
            <a:extLst>
              <a:ext uri="{FF2B5EF4-FFF2-40B4-BE49-F238E27FC236}">
                <a16:creationId xmlns:a16="http://schemas.microsoft.com/office/drawing/2014/main" id="{AC05B23C-6D83-14B6-74DF-B1808E8B77E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8" name="Rectangle: Rounded Corners 17">
            <a:extLst>
              <a:ext uri="{FF2B5EF4-FFF2-40B4-BE49-F238E27FC236}">
                <a16:creationId xmlns:a16="http://schemas.microsoft.com/office/drawing/2014/main" id="{B061ADA8-7C53-EEAA-EF4C-E27922F20C0A}"/>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0" name="Rectangle: Rounded Corners 19">
            <a:extLst>
              <a:ext uri="{FF2B5EF4-FFF2-40B4-BE49-F238E27FC236}">
                <a16:creationId xmlns:a16="http://schemas.microsoft.com/office/drawing/2014/main" id="{244ABEF6-F532-4673-1EA9-0A80F54ABC78}"/>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1" name="Straight Arrow Connector 20">
            <a:extLst>
              <a:ext uri="{FF2B5EF4-FFF2-40B4-BE49-F238E27FC236}">
                <a16:creationId xmlns:a16="http://schemas.microsoft.com/office/drawing/2014/main" id="{D61F8D24-C3A0-77AE-7F98-68E3D2BD5B48}"/>
              </a:ext>
            </a:extLst>
          </p:cNvPr>
          <p:cNvCxnSpPr>
            <a:stCxn id="15" idx="2"/>
            <a:endCxn id="17"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8486086-7A6D-F065-A846-B0083E93D770}"/>
              </a:ext>
            </a:extLst>
          </p:cNvPr>
          <p:cNvCxnSpPr>
            <a:cxnSpLocks/>
            <a:stCxn id="17" idx="2"/>
            <a:endCxn id="18"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4AE51D86-3205-5532-3726-12EC7217BADF}"/>
              </a:ext>
            </a:extLst>
          </p:cNvPr>
          <p:cNvCxnSpPr>
            <a:cxnSpLocks/>
            <a:stCxn id="20"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4964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E6817632-1C3B-1767-7EDF-91D7BBDD07E4}"/>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18</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0F7BBBC-AF92-9D91-8F93-9B4D246B009B}"/>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3C484237-42B0-5263-A586-5B730DFCD6B9}"/>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CA91B128-7851-C4C7-E972-287F346E3B8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F15B289A-EABD-02DF-2F0B-84440312C957}"/>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35D35D0-734B-A4A7-C75B-2534612430D3}"/>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83C7B7C2-659F-9FAC-9B77-42F261901C48}"/>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E2CBF8C-2A5B-BACD-4BF1-FCCA920B2956}"/>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D2310E1-2D13-2B1A-8A09-7645E5634CD5}"/>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A67D1237-D3C4-32DE-874C-BB7B0F1CEBFB}"/>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D66D7747-724C-CBBF-96EB-719C5EC3EC7B}"/>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84" name="TextBox 83">
                <a:extLst>
                  <a:ext uri="{FF2B5EF4-FFF2-40B4-BE49-F238E27FC236}">
                    <a16:creationId xmlns:a16="http://schemas.microsoft.com/office/drawing/2014/main" id="{D66D7747-724C-CBBF-96EB-719C5EC3EC7B}"/>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0564310-33FD-B744-F03F-AAA93064BFB0}"/>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85" name="TextBox 84">
                <a:extLst>
                  <a:ext uri="{FF2B5EF4-FFF2-40B4-BE49-F238E27FC236}">
                    <a16:creationId xmlns:a16="http://schemas.microsoft.com/office/drawing/2014/main" id="{A0564310-33FD-B744-F03F-AAA93064BFB0}"/>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591B53E-D5A6-30F1-E4C2-10E8C507A11F}"/>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86" name="TextBox 85">
                <a:extLst>
                  <a:ext uri="{FF2B5EF4-FFF2-40B4-BE49-F238E27FC236}">
                    <a16:creationId xmlns:a16="http://schemas.microsoft.com/office/drawing/2014/main" id="{2591B53E-D5A6-30F1-E4C2-10E8C507A11F}"/>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3E53AD7-E064-FAAD-F335-C9D54B20E102}"/>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87" name="TextBox 86">
                <a:extLst>
                  <a:ext uri="{FF2B5EF4-FFF2-40B4-BE49-F238E27FC236}">
                    <a16:creationId xmlns:a16="http://schemas.microsoft.com/office/drawing/2014/main" id="{43E53AD7-E064-FAAD-F335-C9D54B20E102}"/>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14617F5D-A796-445E-B603-BC0F8F2E1C6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88" name="TextBox 87">
                <a:extLst>
                  <a:ext uri="{FF2B5EF4-FFF2-40B4-BE49-F238E27FC236}">
                    <a16:creationId xmlns:a16="http://schemas.microsoft.com/office/drawing/2014/main" id="{14617F5D-A796-445E-B603-BC0F8F2E1C6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8F89C833-6BD8-BE48-C065-18E0C4238281}"/>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89" name="TextBox 88">
                <a:extLst>
                  <a:ext uri="{FF2B5EF4-FFF2-40B4-BE49-F238E27FC236}">
                    <a16:creationId xmlns:a16="http://schemas.microsoft.com/office/drawing/2014/main" id="{8F89C833-6BD8-BE48-C065-18E0C4238281}"/>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32B2F341-863A-F303-E99D-B111A96D0CA6}"/>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1</m:t>
                          </m:r>
                        </m:sub>
                      </m:sSub>
                    </m:oMath>
                  </m:oMathPara>
                </a14:m>
                <a:endParaRPr lang="en-US" sz="2400" dirty="0"/>
              </a:p>
            </p:txBody>
          </p:sp>
        </mc:Choice>
        <mc:Fallback xmlns="">
          <p:sp>
            <p:nvSpPr>
              <p:cNvPr id="90" name="TextBox 89">
                <a:extLst>
                  <a:ext uri="{FF2B5EF4-FFF2-40B4-BE49-F238E27FC236}">
                    <a16:creationId xmlns:a16="http://schemas.microsoft.com/office/drawing/2014/main" id="{32B2F341-863A-F303-E99D-B111A96D0CA6}"/>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B8314CC1-597F-038F-9F80-BAD2981751F7}"/>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91" name="TextBox 90">
                <a:extLst>
                  <a:ext uri="{FF2B5EF4-FFF2-40B4-BE49-F238E27FC236}">
                    <a16:creationId xmlns:a16="http://schemas.microsoft.com/office/drawing/2014/main" id="{B8314CC1-597F-038F-9F80-BAD2981751F7}"/>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5341FED0-CC37-22D7-5EA1-B906EDBB8948}"/>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p>
            </p:txBody>
          </p:sp>
        </mc:Choice>
        <mc:Fallback xmlns="">
          <p:sp>
            <p:nvSpPr>
              <p:cNvPr id="92" name="TextBox 91">
                <a:extLst>
                  <a:ext uri="{FF2B5EF4-FFF2-40B4-BE49-F238E27FC236}">
                    <a16:creationId xmlns:a16="http://schemas.microsoft.com/office/drawing/2014/main" id="{5341FED0-CC37-22D7-5EA1-B906EDBB8948}"/>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3F8AA16-BF44-438A-B2EB-52C9AC724E79}"/>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93" name="TextBox 92">
                <a:extLst>
                  <a:ext uri="{FF2B5EF4-FFF2-40B4-BE49-F238E27FC236}">
                    <a16:creationId xmlns:a16="http://schemas.microsoft.com/office/drawing/2014/main" id="{43F8AA16-BF44-438A-B2EB-52C9AC724E79}"/>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DD281D7-8A37-74EB-BAA2-C733C9F491FF}"/>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94" name="TextBox 93">
                <a:extLst>
                  <a:ext uri="{FF2B5EF4-FFF2-40B4-BE49-F238E27FC236}">
                    <a16:creationId xmlns:a16="http://schemas.microsoft.com/office/drawing/2014/main" id="{2DD281D7-8A37-74EB-BAA2-C733C9F491FF}"/>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95" name="Rectangle: Rounded Corners 94">
            <a:extLst>
              <a:ext uri="{FF2B5EF4-FFF2-40B4-BE49-F238E27FC236}">
                <a16:creationId xmlns:a16="http://schemas.microsoft.com/office/drawing/2014/main" id="{F3B27475-FECD-FC63-43AA-49E767B9A211}"/>
              </a:ext>
            </a:extLst>
          </p:cNvPr>
          <p:cNvSpPr/>
          <p:nvPr/>
        </p:nvSpPr>
        <p:spPr>
          <a:xfrm>
            <a:off x="6862246" y="1633973"/>
            <a:ext cx="76210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Rounded Corners 95">
            <a:extLst>
              <a:ext uri="{FF2B5EF4-FFF2-40B4-BE49-F238E27FC236}">
                <a16:creationId xmlns:a16="http://schemas.microsoft.com/office/drawing/2014/main" id="{5C210406-E058-FF88-7D3E-0EE04C84373D}"/>
              </a:ext>
            </a:extLst>
          </p:cNvPr>
          <p:cNvSpPr/>
          <p:nvPr/>
        </p:nvSpPr>
        <p:spPr>
          <a:xfrm>
            <a:off x="5575639" y="2515521"/>
            <a:ext cx="2048716" cy="409994"/>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F3146BB-5F7F-A207-5E01-237E83765CAE}"/>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7" name="TextBox 96">
                <a:extLst>
                  <a:ext uri="{FF2B5EF4-FFF2-40B4-BE49-F238E27FC236}">
                    <a16:creationId xmlns:a16="http://schemas.microsoft.com/office/drawing/2014/main" id="{1F3146BB-5F7F-A207-5E01-237E83765CAE}"/>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961DF77-F5E3-A552-8ACF-63C666760398}"/>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8" name="TextBox 97">
                <a:extLst>
                  <a:ext uri="{FF2B5EF4-FFF2-40B4-BE49-F238E27FC236}">
                    <a16:creationId xmlns:a16="http://schemas.microsoft.com/office/drawing/2014/main" id="{B961DF77-F5E3-A552-8ACF-63C666760398}"/>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6C2DF41-DF19-3474-5827-48A13D66BA44}"/>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9" name="TextBox 98">
                <a:extLst>
                  <a:ext uri="{FF2B5EF4-FFF2-40B4-BE49-F238E27FC236}">
                    <a16:creationId xmlns:a16="http://schemas.microsoft.com/office/drawing/2014/main" id="{C6C2DF41-DF19-3474-5827-48A13D66BA44}"/>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59E037E2-D943-9437-AD46-424B872765BF}"/>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04" name="TextBox 103">
                <a:extLst>
                  <a:ext uri="{FF2B5EF4-FFF2-40B4-BE49-F238E27FC236}">
                    <a16:creationId xmlns:a16="http://schemas.microsoft.com/office/drawing/2014/main" id="{59E037E2-D943-9437-AD46-424B872765BF}"/>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27"/>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93787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8C921A-0C75-893B-29C3-D2588F17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7485-5D44-A011-8B95-552459C1F3C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304658A8-7555-AA35-837D-F676816B9233}"/>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50C994C-FEF4-0C93-04C3-583EBDCB3801}"/>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0735CED-18CA-0486-2402-5AF48863BF88}"/>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B02FD06-C051-F8B8-5374-0FED0E3C1D5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03C5973-A913-2500-D1B5-ABF4824B5E18}"/>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B03C5973-A913-2500-D1B5-ABF4824B5E18}"/>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EE53802-A096-A6A8-C620-252C0C41D7D6}"/>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EE53802-A096-A6A8-C620-252C0C41D7D6}"/>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81AA715-1CC2-1662-993C-DE340D59AB2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81AA715-1CC2-1662-993C-DE340D59AB2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25838A7-F540-1EE9-9234-D82193FE3FCB}"/>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25838A7-F540-1EE9-9234-D82193FE3FCB}"/>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FEA876B-C735-69CE-5870-C23F2D05A3CE}"/>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0E1C2C1B-B0F8-EEA9-6EF9-BFF738835D6C}"/>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F14C2DF-3AA3-75FC-FE02-24EBE5387EBF}"/>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F14C2DF-3AA3-75FC-FE02-24EBE5387EBF}"/>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02C5464B-263D-B845-0887-61EE1AF6CED9}"/>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2B3DDE6-5793-0C2B-C67E-4565B847E9E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2438FE3-76DB-557A-06D4-A7DB3B7999B9}"/>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8C7AAC9E-F756-2A24-000B-FCDB5D42943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77245C0-BD94-8AE8-DCCF-C02887B96047}"/>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477245C0-BD94-8AE8-DCCF-C02887B96047}"/>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96F9D9-6528-29DA-57A0-7304B6B962C6}"/>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8496F9D9-6528-29DA-57A0-7304B6B962C6}"/>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98BE050-2751-553D-B5AE-9A70F84A9A0E}"/>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98BE050-2751-553D-B5AE-9A70F84A9A0E}"/>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F697E7-6E7F-0281-DD51-86558742A011}"/>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F697E7-6E7F-0281-DD51-86558742A011}"/>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A83CB1A1-7833-8D4B-1A86-840EE22F2959}"/>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D32E6EC6-DA47-B5AB-8794-12751454074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19</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448012A-242C-B2EE-305C-5BB746161B5D}"/>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C448012A-242C-B2EE-305C-5BB746161B5D}"/>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43A57C93-B824-3ED1-48D2-B50580F1C8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6C825-8B15-6126-E55D-05DFBFEE5FB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5E7EF21A-7E7A-5283-3AAB-F107BFC49D4E}"/>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56A8FBC-CCE4-8D37-3A9C-EE0D99C0DBF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E2F67EBE-BEA6-0CAA-FC4A-861CE4B486C4}"/>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741F616-2C6F-CECF-1763-2A4E39801598}"/>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B161F0EF-7201-38C0-96C4-96421EFF678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28D6057-2B16-C4DA-2D94-E939C93C9C0E}"/>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728D6057-2B16-C4DA-2D94-E939C93C9C0E}"/>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983EBF8-8468-7C03-BDFE-9F942BE0192D}"/>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44" name="TextBox 43">
                <a:extLst>
                  <a:ext uri="{FF2B5EF4-FFF2-40B4-BE49-F238E27FC236}">
                    <a16:creationId xmlns:a16="http://schemas.microsoft.com/office/drawing/2014/main" id="{1983EBF8-8468-7C03-BDFE-9F942BE0192D}"/>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2630D8F-6FB9-6EE3-DECD-32B5C6ABC997}"/>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45" name="TextBox 44">
                <a:extLst>
                  <a:ext uri="{FF2B5EF4-FFF2-40B4-BE49-F238E27FC236}">
                    <a16:creationId xmlns:a16="http://schemas.microsoft.com/office/drawing/2014/main" id="{B2630D8F-6FB9-6EE3-DECD-32B5C6ABC997}"/>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6811FC3D-872D-98AE-BE4F-05490AA4644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6811FC3D-872D-98AE-BE4F-05490AA4644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D5C5E0B-30C7-6ADD-DE87-40A7E2A0785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8D5C5E0B-30C7-6ADD-DE87-40A7E2A0785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3C0878C-B41F-A54E-1434-43D53E9F8A05}"/>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3C0878C-B41F-A54E-1434-43D53E9F8A05}"/>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D1463B0-2700-3AA0-444D-F68A53985E42}"/>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7D1463B0-2700-3AA0-444D-F68A53985E42}"/>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19A751D-CB08-A4F9-4881-EC3F8E3D31CB}"/>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F19A751D-CB08-A4F9-4881-EC3F8E3D31CB}"/>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53C7F3AC-3F32-1F56-3EAD-2B55A66E2FA6}"/>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53C7F3AC-3F32-1F56-3EAD-2B55A66E2FA6}"/>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9A248C-BD20-E2B0-9ECE-C165A35144C8}"/>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55" name="TextBox 54">
                <a:extLst>
                  <a:ext uri="{FF2B5EF4-FFF2-40B4-BE49-F238E27FC236}">
                    <a16:creationId xmlns:a16="http://schemas.microsoft.com/office/drawing/2014/main" id="{889A248C-BD20-E2B0-9ECE-C165A35144C8}"/>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089B183-E32B-933F-7BBF-F2638A043F9E}"/>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56" name="TextBox 55">
                <a:extLst>
                  <a:ext uri="{FF2B5EF4-FFF2-40B4-BE49-F238E27FC236}">
                    <a16:creationId xmlns:a16="http://schemas.microsoft.com/office/drawing/2014/main" id="{9089B183-E32B-933F-7BBF-F2638A043F9E}"/>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BD9F084C-E49A-CA19-8E71-2E940BA507CB}"/>
              </a:ext>
            </a:extLst>
          </p:cNvPr>
          <p:cNvSpPr/>
          <p:nvPr/>
        </p:nvSpPr>
        <p:spPr>
          <a:xfrm>
            <a:off x="7534713" y="1620608"/>
            <a:ext cx="146156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D7FF444-BE34-9578-729E-36F93F99D810}"/>
              </a:ext>
            </a:extLst>
          </p:cNvPr>
          <p:cNvSpPr/>
          <p:nvPr/>
        </p:nvSpPr>
        <p:spPr>
          <a:xfrm>
            <a:off x="5618675" y="3769098"/>
            <a:ext cx="3377608" cy="77548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73D483F-EBCC-3FCF-66C9-D1ACEF1C4399}"/>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573D483F-EBCC-3FCF-66C9-D1ACEF1C4399}"/>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B15EEBE-BC61-4790-3F89-59F9EB4B42FA}"/>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B15EEBE-BC61-4790-3F89-59F9EB4B42FA}"/>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DF672C5-8205-19DD-B758-9863C0ACCEB7}"/>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2DF672C5-8205-19DD-B758-9863C0ACCEB7}"/>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D6F031-5FAD-DA1B-8969-88714964CA4E}"/>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8D6F031-5FAD-DA1B-8969-88714964CA4E}"/>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EF5BEF-E5FE-EC0D-A60C-40302E15086D}"/>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FAEF5BEF-E5FE-EC0D-A60C-40302E15086D}"/>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4FE513F-EDD4-2960-267F-1734BE69F202}"/>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44FE513F-EDD4-2960-267F-1734BE69F202}"/>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ABB3C06-E22D-08FC-8D9F-B7D631F4265D}"/>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2ABB3C06-E22D-08FC-8D9F-B7D631F4265D}"/>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EB14F98-25D0-071F-1682-0644971C586A}"/>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6EB14F98-25D0-071F-1682-0644971C586A}"/>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521001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0F049A-B23C-55AD-CA77-AB25A905B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1F181-4ADE-D964-09CC-C8D836466C1E}"/>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6FFB7F3E-E900-04DD-1A93-641B8ABB4996}"/>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8E8E179-29D3-D4AB-EDFD-220D5D4CEBC5}"/>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8FC26F2-246B-7F53-C700-EE8F18F79A85}"/>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7F4B16D-34BC-DC9B-2AFF-D54357044144}"/>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FF3DFC2-560D-EEA0-CD7F-E2491A78C375}"/>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3FF3DFC2-560D-EEA0-CD7F-E2491A78C375}"/>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A166419-CC10-7513-8790-0B6BADE52DCF}"/>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2A166419-CC10-7513-8790-0B6BADE52DCF}"/>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EB8C194-2411-2BD7-5EA5-22E157E18AC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EB8C194-2411-2BD7-5EA5-22E157E18AC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CE7BE3-7344-407E-A0CD-2AF55C78A4E3}"/>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DCE7BE3-7344-407E-A0CD-2AF55C78A4E3}"/>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7FE2B11-016E-EF97-9130-97442634FC27}"/>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BFE1D65-B807-36E3-DD1E-02D5F6107C73}"/>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0FC6CE9-4607-A2FF-274A-63FBCE43B794}"/>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E0FC6CE9-4607-A2FF-274A-63FBCE43B794}"/>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D7D2CBC-F531-2049-1CDF-72350A7EA1BB}"/>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7BC4F4C-8694-3396-438A-9663553990C5}"/>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65B6E705-D28D-214A-3093-358EEC8E0E95}"/>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5E976B4F-80D9-E97B-C833-77407F2DF5A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F343AE3-A058-7D6B-DF27-F6A42FFF1D38}"/>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BF343AE3-A058-7D6B-DF27-F6A42FFF1D38}"/>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D2C24F-85DE-B702-A0A3-642C56614B8E}"/>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BD2C24F-85DE-B702-A0A3-642C56614B8E}"/>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490943A-9092-D110-414A-64403270DBDC}"/>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7490943A-9092-D110-414A-64403270DBDC}"/>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DAB8B60-3D6F-B596-2163-0E8A2A3C40AA}"/>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FDAB8B60-3D6F-B596-2163-0E8A2A3C40AA}"/>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DE6BFA9-D3CB-24E9-3A5B-E6C62D72C2A8}"/>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648DE791-05F5-D15D-0F43-A9840B2475D6}"/>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20</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C33EB8-6C1A-16CE-E5BE-B325AC3D3A53}"/>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83C33EB8-6C1A-16CE-E5BE-B325AC3D3A53}"/>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207CE8AD-4767-20D4-4CAC-479D86ED65AD}"/>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E9F02-76F4-A677-1B08-8D6CE5B11D7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C3640AD2-F3B8-7838-B13B-5E47F54E1E68}"/>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A64C741F-DBBF-6F1A-AE98-9F951C3F9E4B}"/>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5F2DBD65-50B6-A484-5E44-DD5A649066FD}"/>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DBD977E-2C92-6E1E-15A1-A594AE75F885}"/>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EADE0B2-0402-8739-4897-AE4C1DDA015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4A663DF-4E7C-5632-384D-E0E3DC14677D}"/>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D4A663DF-4E7C-5632-384D-E0E3DC14677D}"/>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AE2AB3D-BA89-A5B9-D3EC-A1304D355769}"/>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a:rPr lang="de-DE" sz="2400" b="0" i="1" smtClean="0">
                              <a:solidFill>
                                <a:srgbClr val="C00000"/>
                              </a:solidFill>
                              <a:latin typeface="Cambria Math" panose="02040503050406030204" pitchFamily="18" charset="0"/>
                            </a:rPr>
                            <m:t>1</m:t>
                          </m:r>
                        </m:sub>
                      </m:sSub>
                    </m:oMath>
                  </m:oMathPara>
                </a14:m>
                <a:endParaRPr lang="en-US" sz="2400" dirty="0">
                  <a:solidFill>
                    <a:srgbClr val="C00000"/>
                  </a:solidFill>
                </a:endParaRPr>
              </a:p>
            </p:txBody>
          </p:sp>
        </mc:Choice>
        <mc:Fallback xmlns="">
          <p:sp>
            <p:nvSpPr>
              <p:cNvPr id="44" name="TextBox 43">
                <a:extLst>
                  <a:ext uri="{FF2B5EF4-FFF2-40B4-BE49-F238E27FC236}">
                    <a16:creationId xmlns:a16="http://schemas.microsoft.com/office/drawing/2014/main" id="{1AE2AB3D-BA89-A5B9-D3EC-A1304D355769}"/>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93F20A-FECE-208A-44CD-4BF606DF91F5}"/>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0793F20A-FECE-208A-44CD-4BF606DF91F5}"/>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8862B85-4ED8-59C2-83D1-508ED4F59B27}"/>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98862B85-4ED8-59C2-83D1-508ED4F59B27}"/>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80C264C-2EC4-3950-DB7C-F935665571DB}"/>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180C264C-2EC4-3950-DB7C-F935665571DB}"/>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2F945A4-3875-0AD9-3F1D-A47A6410AD7F}"/>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2F945A4-3875-0AD9-3F1D-A47A6410AD7F}"/>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C57AFC1-412F-0B47-64A0-CB0F387A204C}"/>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1C57AFC1-412F-0B47-64A0-CB0F387A204C}"/>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88F4BEC2-42EF-223D-6287-F3B072E0F365}"/>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88F4BEC2-42EF-223D-6287-F3B072E0F365}"/>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7B20225-69EF-E554-78F6-1B04D32DE0BE}"/>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37B20225-69EF-E554-78F6-1B04D32DE0BE}"/>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AF55316-37F4-C9DD-7826-8EA912E7A6D1}"/>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5AF55316-37F4-C9DD-7826-8EA912E7A6D1}"/>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D816690-450F-B63D-62D2-9B64BFEA50BD}"/>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FD816690-450F-B63D-62D2-9B64BFEA50BD}"/>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76CFD484-2EB0-4DE7-C15D-2D5573EC75DC}"/>
              </a:ext>
            </a:extLst>
          </p:cNvPr>
          <p:cNvSpPr/>
          <p:nvPr/>
        </p:nvSpPr>
        <p:spPr>
          <a:xfrm>
            <a:off x="6238456" y="1687222"/>
            <a:ext cx="68265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722DDFFF-35A7-8D98-7B49-E74D14864F3C}"/>
              </a:ext>
            </a:extLst>
          </p:cNvPr>
          <p:cNvSpPr/>
          <p:nvPr/>
        </p:nvSpPr>
        <p:spPr>
          <a:xfrm>
            <a:off x="5628316" y="2049544"/>
            <a:ext cx="1284170" cy="44283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624725CC-B98B-C1B7-66D7-E0BD3A27EFCB}"/>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624725CC-B98B-C1B7-66D7-E0BD3A27EFCB}"/>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4AD0FDA-EC35-F728-5861-021435F93E34}"/>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4AD0FDA-EC35-F728-5861-021435F93E34}"/>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3D3ED57-E8EE-6891-2AAE-F2BEC9AD17D1}"/>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C3D3ED57-E8EE-6891-2AAE-F2BEC9AD17D1}"/>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7F2C66A-BA36-FEFB-A586-35F81ED37A6F}"/>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7F2C66A-BA36-FEFB-A586-35F81ED37A6F}"/>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937785A-4032-76FE-4708-6AC793327375}"/>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0937785A-4032-76FE-4708-6AC793327375}"/>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765183-5CB6-6EBB-EA2E-2139A55D12EC}"/>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31765183-5CB6-6EBB-EA2E-2139A55D12EC}"/>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78FBA53-370F-B6FF-FA60-D9F812D92D7A}"/>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578FBA53-370F-B6FF-FA60-D9F812D92D7A}"/>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51349F-0307-0CA7-4005-101A7CCF20D7}"/>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0</m:t>
                          </m:r>
                        </m:sub>
                      </m:sSub>
                    </m:oMath>
                  </m:oMathPara>
                </a14:m>
                <a:endParaRPr lang="en-US" sz="2400" dirty="0">
                  <a:solidFill>
                    <a:srgbClr val="C00000"/>
                  </a:solidFill>
                </a:endParaRPr>
              </a:p>
            </p:txBody>
          </p:sp>
        </mc:Choice>
        <mc:Fallback xmlns="">
          <p:sp>
            <p:nvSpPr>
              <p:cNvPr id="12" name="TextBox 11">
                <a:extLst>
                  <a:ext uri="{FF2B5EF4-FFF2-40B4-BE49-F238E27FC236}">
                    <a16:creationId xmlns:a16="http://schemas.microsoft.com/office/drawing/2014/main" id="{D751349F-0307-0CA7-4005-101A7CCF20D7}"/>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17B7BD1-011E-6359-6B03-F6FC9DE219B9}"/>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4" name="TextBox 13">
                <a:extLst>
                  <a:ext uri="{FF2B5EF4-FFF2-40B4-BE49-F238E27FC236}">
                    <a16:creationId xmlns:a16="http://schemas.microsoft.com/office/drawing/2014/main" id="{D17B7BD1-011E-6359-6B03-F6FC9DE219B9}"/>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19CD2E7-91FE-480F-6C10-69888BD96431}"/>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5" name="TextBox 14">
                <a:extLst>
                  <a:ext uri="{FF2B5EF4-FFF2-40B4-BE49-F238E27FC236}">
                    <a16:creationId xmlns:a16="http://schemas.microsoft.com/office/drawing/2014/main" id="{D19CD2E7-91FE-480F-6C10-69888BD96431}"/>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EE829FA-52A9-AA3B-CC85-9A9051EB7AB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22" name="TextBox 21">
                <a:extLst>
                  <a:ext uri="{FF2B5EF4-FFF2-40B4-BE49-F238E27FC236}">
                    <a16:creationId xmlns:a16="http://schemas.microsoft.com/office/drawing/2014/main" id="{EEE829FA-52A9-AA3B-CC85-9A9051EB7AB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74722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E2F89E0-F1D3-4EB8-8BAA-634EB7F92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B1E62-F0D2-2D63-B55E-961F08912386}"/>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DF2DD83F-A36C-96DC-BE73-EF4BE2388818}"/>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416B41-81B3-E5EB-B258-FE7D70324C66}"/>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7D5EDF-1F40-0DE9-985E-694801BED419}"/>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9AFB62F-7956-EC11-8DF2-0C52A7E614B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BE188A-D28B-BC19-1EC5-CFF080B0A217}"/>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05BE188A-D28B-BC19-1EC5-CFF080B0A217}"/>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C8DFC8B-29B3-44A5-8AC6-6DC96A6CFCC7}"/>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7C8DFC8B-29B3-44A5-8AC6-6DC96A6CFCC7}"/>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BAD796-1B66-1E58-4BFF-9D3B1C5857EA}"/>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76BAD796-1B66-1E58-4BFF-9D3B1C5857EA}"/>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C556352-250C-3DC7-DE25-4595C503EC7C}"/>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CC556352-250C-3DC7-DE25-4595C503EC7C}"/>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C3E150CF-0631-CAC7-C1D9-B3ADFBF7301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654BAC9-4F71-F536-1432-A035A2276122}"/>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2ECAE41-90BD-3888-09AB-AA8D38CD7496}"/>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52ECAE41-90BD-3888-09AB-AA8D38CD7496}"/>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CC19F8E-B818-2797-E414-2CD145CFDB2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DF1B8EB-2DA6-E97D-FF2A-79F81840E4D1}"/>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DF874AE-9AE3-E0C4-104C-24284DA59E07}"/>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93A37546-AAB4-2BEB-AEE6-8D9F31360EDB}"/>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8D925B1-8F02-2EA5-1A88-153A9AB9E085}"/>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D8D925B1-8F02-2EA5-1A88-153A9AB9E085}"/>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FA32774-F0F8-41A0-49B7-2DA79F57D410}"/>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FA32774-F0F8-41A0-49B7-2DA79F57D410}"/>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93B1ED8-FEF6-5828-68AD-BF6FEDA72FD4}"/>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93B1ED8-FEF6-5828-68AD-BF6FEDA72FD4}"/>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34C09E6-9B91-661E-3058-33903C47A122}"/>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634C09E6-9B91-661E-3058-33903C47A122}"/>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4E9FB3-9D79-1AAC-6E06-183B4BAC3AAF}"/>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8044CDB3-C2BA-0C17-0D62-CE34E20655C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21</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CC16AE9-1107-C8AE-A465-E1F81D6F4197}"/>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FCC16AE9-1107-C8AE-A465-E1F81D6F4197}"/>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6605BAEC-88B2-9BDF-9741-A5BBDF73E1AA}"/>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673D50DA-F8E9-256F-6546-8CF19ACF631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32AE2083-DB45-4F33-BAD2-57AAB76251D2}"/>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33E4C4D3-EA8D-4144-D7BA-F139A1104EA6}"/>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74673639-E3DC-6D01-8EFE-136DFBA4E089}"/>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DBDF128-D036-03BD-960C-DBE85D139A19}"/>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34D1B31-1A60-9731-072B-31A098745032}"/>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F080BD2-C3BD-C3DB-7424-DE47B8033333}"/>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8F080BD2-C3BD-C3DB-7424-DE47B8033333}"/>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AA167B9-8E17-7F4C-B2C5-35841FD7136B}"/>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4" name="TextBox 43">
                <a:extLst>
                  <a:ext uri="{FF2B5EF4-FFF2-40B4-BE49-F238E27FC236}">
                    <a16:creationId xmlns:a16="http://schemas.microsoft.com/office/drawing/2014/main" id="{3AA167B9-8E17-7F4C-B2C5-35841FD7136B}"/>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F564680-C5C6-E357-5C32-3A8BCBDAE7F2}"/>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CF564680-C5C6-E357-5C32-3A8BCBDAE7F2}"/>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E2ED587-D4B4-305C-6DCD-2A2B5C24A1B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EE2ED587-D4B4-305C-6DCD-2A2B5C24A1B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80CC00E-53BC-B10A-C091-1A177BA897A2}"/>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B80CC00E-53BC-B10A-C091-1A177BA897A2}"/>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2742D1A-A0B3-1D27-FFD1-37E307ABC458}"/>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42742D1A-A0B3-1D27-FFD1-37E307ABC458}"/>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A1A850A-3B58-62F3-B6B0-BBF0D4F8B45E}"/>
                  </a:ext>
                </a:extLst>
              </p:cNvPr>
              <p:cNvSpPr txBox="1"/>
              <p:nvPr/>
            </p:nvSpPr>
            <p:spPr>
              <a:xfrm>
                <a:off x="5696090" y="2459983"/>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5A1A850A-3B58-62F3-B6B0-BBF0D4F8B45E}"/>
                  </a:ext>
                </a:extLst>
              </p:cNvPr>
              <p:cNvSpPr txBox="1">
                <a:spLocks noRot="1" noChangeAspect="1" noMove="1" noResize="1" noEditPoints="1" noAdjustHandles="1" noChangeArrowheads="1" noChangeShapeType="1" noTextEdit="1"/>
              </p:cNvSpPr>
              <p:nvPr/>
            </p:nvSpPr>
            <p:spPr>
              <a:xfrm>
                <a:off x="5696090" y="2459983"/>
                <a:ext cx="454483" cy="369332"/>
              </a:xfrm>
              <a:prstGeom prst="rect">
                <a:avLst/>
              </a:prstGeom>
              <a:blipFill>
                <a:blip r:embed="rId19"/>
                <a:stretch>
                  <a:fillRect l="-9333" r="-533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D22E5B8-4AFF-B3B0-34A6-E134C92B4190}"/>
                  </a:ext>
                </a:extLst>
              </p:cNvPr>
              <p:cNvSpPr txBox="1"/>
              <p:nvPr/>
            </p:nvSpPr>
            <p:spPr>
              <a:xfrm>
                <a:off x="5692531" y="287739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CD22E5B8-4AFF-B3B0-34A6-E134C92B4190}"/>
                  </a:ext>
                </a:extLst>
              </p:cNvPr>
              <p:cNvSpPr txBox="1">
                <a:spLocks noRot="1" noChangeAspect="1" noMove="1" noResize="1" noEditPoints="1" noAdjustHandles="1" noChangeArrowheads="1" noChangeShapeType="1" noTextEdit="1"/>
              </p:cNvSpPr>
              <p:nvPr/>
            </p:nvSpPr>
            <p:spPr>
              <a:xfrm>
                <a:off x="5692531" y="2877390"/>
                <a:ext cx="461601" cy="369332"/>
              </a:xfrm>
              <a:prstGeom prst="rect">
                <a:avLst/>
              </a:prstGeom>
              <a:blipFill>
                <a:blip r:embed="rId20"/>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3661178-3B1D-58FF-8B92-D6537C9F5F98}"/>
                  </a:ext>
                </a:extLst>
              </p:cNvPr>
              <p:cNvSpPr txBox="1"/>
              <p:nvPr/>
            </p:nvSpPr>
            <p:spPr>
              <a:xfrm>
                <a:off x="5690928" y="3294797"/>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63661178-3B1D-58FF-8B92-D6537C9F5F98}"/>
                  </a:ext>
                </a:extLst>
              </p:cNvPr>
              <p:cNvSpPr txBox="1">
                <a:spLocks noRot="1" noChangeAspect="1" noMove="1" noResize="1" noEditPoints="1" noAdjustHandles="1" noChangeArrowheads="1" noChangeShapeType="1" noTextEdit="1"/>
              </p:cNvSpPr>
              <p:nvPr/>
            </p:nvSpPr>
            <p:spPr>
              <a:xfrm>
                <a:off x="5690928" y="3294797"/>
                <a:ext cx="464807" cy="369332"/>
              </a:xfrm>
              <a:prstGeom prst="rect">
                <a:avLst/>
              </a:prstGeom>
              <a:blipFill>
                <a:blip r:embed="rId21"/>
                <a:stretch>
                  <a:fillRect l="-9211" r="-6579"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9898705-1C2C-1FA0-5CF8-639D90FE9407}"/>
                  </a:ext>
                </a:extLst>
              </p:cNvPr>
              <p:cNvSpPr txBox="1"/>
              <p:nvPr/>
            </p:nvSpPr>
            <p:spPr>
              <a:xfrm>
                <a:off x="5690928" y="3712204"/>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39898705-1C2C-1FA0-5CF8-639D90FE9407}"/>
                  </a:ext>
                </a:extLst>
              </p:cNvPr>
              <p:cNvSpPr txBox="1">
                <a:spLocks noRot="1" noChangeAspect="1" noMove="1" noResize="1" noEditPoints="1" noAdjustHandles="1" noChangeArrowheads="1" noChangeShapeType="1" noTextEdit="1"/>
              </p:cNvSpPr>
              <p:nvPr/>
            </p:nvSpPr>
            <p:spPr>
              <a:xfrm>
                <a:off x="5690928" y="3712204"/>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7E6DE95-3B89-EE27-5ED4-AB6185EBD1FC}"/>
                  </a:ext>
                </a:extLst>
              </p:cNvPr>
              <p:cNvSpPr txBox="1"/>
              <p:nvPr/>
            </p:nvSpPr>
            <p:spPr>
              <a:xfrm>
                <a:off x="5694134"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D7E6DE95-3B89-EE27-5ED4-AB6185EBD1FC}"/>
                  </a:ext>
                </a:extLst>
              </p:cNvPr>
              <p:cNvSpPr txBox="1">
                <a:spLocks noRot="1" noChangeAspect="1" noMove="1" noResize="1" noEditPoints="1" noAdjustHandles="1" noChangeArrowheads="1" noChangeShapeType="1" noTextEdit="1"/>
              </p:cNvSpPr>
              <p:nvPr/>
            </p:nvSpPr>
            <p:spPr>
              <a:xfrm>
                <a:off x="5694134" y="4129610"/>
                <a:ext cx="458395" cy="369332"/>
              </a:xfrm>
              <a:prstGeom prst="rect">
                <a:avLst/>
              </a:prstGeom>
              <a:blipFill>
                <a:blip r:embed="rId23"/>
                <a:stretch>
                  <a:fillRect l="-9333" r="-8000"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462092F-01E4-63FF-DEB9-92986BC4D58C}"/>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1" name="TextBox 70">
                <a:extLst>
                  <a:ext uri="{FF2B5EF4-FFF2-40B4-BE49-F238E27FC236}">
                    <a16:creationId xmlns:a16="http://schemas.microsoft.com/office/drawing/2014/main" id="{F462092F-01E4-63FF-DEB9-92986BC4D58C}"/>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E01024C0-69DC-4FB5-581F-A74176925330}"/>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5" name="TextBox 74">
                <a:extLst>
                  <a:ext uri="{FF2B5EF4-FFF2-40B4-BE49-F238E27FC236}">
                    <a16:creationId xmlns:a16="http://schemas.microsoft.com/office/drawing/2014/main" id="{E01024C0-69DC-4FB5-581F-A74176925330}"/>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2BFF3E1-DA36-9E81-1BF3-7659976CD3C5}"/>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6" name="TextBox 75">
                <a:extLst>
                  <a:ext uri="{FF2B5EF4-FFF2-40B4-BE49-F238E27FC236}">
                    <a16:creationId xmlns:a16="http://schemas.microsoft.com/office/drawing/2014/main" id="{C2BFF3E1-DA36-9E81-1BF3-7659976CD3C5}"/>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BB5AD9-36CF-A170-30C8-BDE410276F6A}"/>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4" name="TextBox 3">
                <a:extLst>
                  <a:ext uri="{FF2B5EF4-FFF2-40B4-BE49-F238E27FC236}">
                    <a16:creationId xmlns:a16="http://schemas.microsoft.com/office/drawing/2014/main" id="{46BB5AD9-36CF-A170-30C8-BDE410276F6A}"/>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ADD5926-2183-FF96-F8D6-ED61561D79E8}"/>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 name="TextBox 6">
                <a:extLst>
                  <a:ext uri="{FF2B5EF4-FFF2-40B4-BE49-F238E27FC236}">
                    <a16:creationId xmlns:a16="http://schemas.microsoft.com/office/drawing/2014/main" id="{5ADD5926-2183-FF96-F8D6-ED61561D79E8}"/>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E47A099-A81E-68FC-488C-083492193B6A}"/>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8" name="TextBox 7">
                <a:extLst>
                  <a:ext uri="{FF2B5EF4-FFF2-40B4-BE49-F238E27FC236}">
                    <a16:creationId xmlns:a16="http://schemas.microsoft.com/office/drawing/2014/main" id="{AE47A099-A81E-68FC-488C-083492193B6A}"/>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312E95-E41E-23C5-742A-46EC49EE03A7}"/>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9" name="TextBox 8">
                <a:extLst>
                  <a:ext uri="{FF2B5EF4-FFF2-40B4-BE49-F238E27FC236}">
                    <a16:creationId xmlns:a16="http://schemas.microsoft.com/office/drawing/2014/main" id="{AB312E95-E41E-23C5-742A-46EC49EE03A7}"/>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80FC9FA-9710-B8B4-DBE4-D0665E467716}"/>
                  </a:ext>
                </a:extLst>
              </p:cNvPr>
              <p:cNvSpPr txBox="1"/>
              <p:nvPr/>
            </p:nvSpPr>
            <p:spPr>
              <a:xfrm>
                <a:off x="5692531"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780FC9FA-9710-B8B4-DBE4-D0665E467716}"/>
                  </a:ext>
                </a:extLst>
              </p:cNvPr>
              <p:cNvSpPr txBox="1">
                <a:spLocks noRot="1" noChangeAspect="1" noMove="1" noResize="1" noEditPoints="1" noAdjustHandles="1" noChangeArrowheads="1" noChangeShapeType="1" noTextEdit="1"/>
              </p:cNvSpPr>
              <p:nvPr/>
            </p:nvSpPr>
            <p:spPr>
              <a:xfrm>
                <a:off x="5692531" y="2042576"/>
                <a:ext cx="461600" cy="369332"/>
              </a:xfrm>
              <a:prstGeom prst="rect">
                <a:avLst/>
              </a:prstGeom>
              <a:blipFill>
                <a:blip r:embed="rId31"/>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884966-E1AE-6BE1-28C6-1AEA186510F1}"/>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4" name="TextBox 13">
                <a:extLst>
                  <a:ext uri="{FF2B5EF4-FFF2-40B4-BE49-F238E27FC236}">
                    <a16:creationId xmlns:a16="http://schemas.microsoft.com/office/drawing/2014/main" id="{0B884966-E1AE-6BE1-28C6-1AEA186510F1}"/>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BB4D54B-6A17-AB1E-9361-C33DE79A7F76}"/>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5" name="TextBox 14">
                <a:extLst>
                  <a:ext uri="{FF2B5EF4-FFF2-40B4-BE49-F238E27FC236}">
                    <a16:creationId xmlns:a16="http://schemas.microsoft.com/office/drawing/2014/main" id="{8BB4D54B-6A17-AB1E-9361-C33DE79A7F76}"/>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79A27D4-C319-51CC-2C19-739433F4A6C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22" name="TextBox 21">
                <a:extLst>
                  <a:ext uri="{FF2B5EF4-FFF2-40B4-BE49-F238E27FC236}">
                    <a16:creationId xmlns:a16="http://schemas.microsoft.com/office/drawing/2014/main" id="{E79A27D4-C319-51CC-2C19-739433F4A6C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08957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23" name="TextBox 22">
            <a:extLst>
              <a:ext uri="{FF2B5EF4-FFF2-40B4-BE49-F238E27FC236}">
                <a16:creationId xmlns:a16="http://schemas.microsoft.com/office/drawing/2014/main" id="{B0ED0FD4-A073-8BEA-50AB-521B8F76A738}"/>
              </a:ext>
            </a:extLst>
          </p:cNvPr>
          <p:cNvSpPr txBox="1"/>
          <p:nvPr/>
        </p:nvSpPr>
        <p:spPr>
          <a:xfrm>
            <a:off x="4742914" y="0"/>
            <a:ext cx="5404918" cy="2523768"/>
          </a:xfrm>
          <a:prstGeom prst="rect">
            <a:avLst/>
          </a:prstGeom>
          <a:noFill/>
          <a:ln>
            <a:solidFill>
              <a:schemeClr val="accent1"/>
            </a:solidFill>
          </a:ln>
        </p:spPr>
        <p:txBody>
          <a:bodyPr wrap="square">
            <a:spAutoFit/>
          </a:bodyPr>
          <a:lstStyle/>
          <a:p>
            <a:pPr>
              <a:spcAft>
                <a:spcPts val="600"/>
              </a:spcAft>
            </a:pPr>
            <a:r>
              <a:rPr lang="de-DE" sz="1600" dirty="0" err="1"/>
              <a:t>Reaction</a:t>
            </a:r>
            <a:r>
              <a:rPr lang="de-DE" sz="1600" dirty="0"/>
              <a:t> 1:  </a:t>
            </a:r>
            <a:r>
              <a:rPr lang="es-ES" sz="1600" dirty="0" err="1"/>
              <a:t>peroxisomal</a:t>
            </a:r>
            <a:r>
              <a:rPr lang="es-ES" sz="1600" dirty="0"/>
              <a:t> </a:t>
            </a:r>
            <a:r>
              <a:rPr lang="es-ES" sz="1600" dirty="0" err="1"/>
              <a:t>acyl-CoA</a:t>
            </a:r>
            <a:r>
              <a:rPr lang="es-ES" sz="1600" dirty="0"/>
              <a:t> </a:t>
            </a:r>
            <a:r>
              <a:rPr lang="es-ES" sz="1600" dirty="0" err="1"/>
              <a:t>thioesterase</a:t>
            </a:r>
            <a:endParaRPr lang="en-US" sz="1600" dirty="0"/>
          </a:p>
          <a:p>
            <a:pPr>
              <a:spcAft>
                <a:spcPts val="600"/>
              </a:spcAft>
            </a:pPr>
            <a:r>
              <a:rPr lang="es-ES" sz="1600" b="1" dirty="0">
                <a:hlinkClick r:id="rId3"/>
              </a:rPr>
              <a:t>EC </a:t>
            </a:r>
            <a:r>
              <a:rPr lang="es-ES" sz="1600" b="1" dirty="0" err="1">
                <a:hlinkClick r:id="rId3"/>
              </a:rPr>
              <a:t>code</a:t>
            </a:r>
            <a:r>
              <a:rPr lang="es-ES" sz="1600" b="1" dirty="0">
                <a:hlinkClick r:id="rId3"/>
              </a:rPr>
              <a:t>: 3.1.2.2</a:t>
            </a:r>
          </a:p>
          <a:p>
            <a:pPr>
              <a:spcAft>
                <a:spcPts val="600"/>
              </a:spcAft>
            </a:pPr>
            <a:r>
              <a:rPr lang="es-ES" sz="1600" b="1" dirty="0">
                <a:hlinkClick r:id="rId3"/>
              </a:rPr>
              <a:t>PBD ID: 1TUB </a:t>
            </a:r>
            <a:endParaRPr lang="en-US" sz="1600" b="1" dirty="0"/>
          </a:p>
          <a:p>
            <a:pPr>
              <a:spcAft>
                <a:spcPts val="600"/>
              </a:spcAft>
            </a:pPr>
            <a:r>
              <a:rPr lang="en-US" sz="1600" dirty="0"/>
              <a:t>Gene:  YJR019C</a:t>
            </a:r>
          </a:p>
          <a:p>
            <a:pPr>
              <a:spcAft>
                <a:spcPts val="600"/>
              </a:spcAft>
            </a:pPr>
            <a:r>
              <a:rPr lang="pt-BR" sz="1600" dirty="0"/>
              <a:t>Formula:</a:t>
            </a:r>
          </a:p>
          <a:p>
            <a:pPr>
              <a:spcAft>
                <a:spcPts val="600"/>
              </a:spcAft>
            </a:pPr>
            <a:r>
              <a:rPr lang="pt-BR" sz="1600" dirty="0"/>
              <a:t>C31H50N7O17P3S + H2O  -&gt;  C21H32N7O16P3S + C10H19O2 + H</a:t>
            </a:r>
          </a:p>
          <a:p>
            <a:pPr>
              <a:spcAft>
                <a:spcPts val="600"/>
              </a:spcAft>
            </a:pPr>
            <a:r>
              <a:rPr lang="pt-BR" sz="1600" dirty="0"/>
              <a:t>Location: Peroxisome</a:t>
            </a:r>
            <a:endParaRPr lang="en-US" sz="16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4742914" y="2813447"/>
            <a:ext cx="5404918" cy="1877437"/>
          </a:xfrm>
          <a:prstGeom prst="rect">
            <a:avLst/>
          </a:prstGeom>
          <a:noFill/>
          <a:ln>
            <a:solidFill>
              <a:schemeClr val="accent1"/>
            </a:solidFill>
          </a:ln>
        </p:spPr>
        <p:txBody>
          <a:bodyPr wrap="square">
            <a:spAutoFit/>
          </a:bodyPr>
          <a:lstStyle/>
          <a:p>
            <a:pPr>
              <a:spcAft>
                <a:spcPts val="600"/>
              </a:spcAft>
            </a:pPr>
            <a:r>
              <a:rPr lang="en-US" sz="1600" dirty="0"/>
              <a:t>Reaction F: acetyl-CoA C-acyltransferase (decanoyl-CoA)</a:t>
            </a:r>
          </a:p>
          <a:p>
            <a:pPr>
              <a:spcAft>
                <a:spcPts val="600"/>
              </a:spcAft>
            </a:pPr>
            <a:r>
              <a:rPr lang="en-US" sz="1600" b="1" dirty="0">
                <a:hlinkClick r:id="rId4">
                  <a:extLst>
                    <a:ext uri="{A12FA001-AC4F-418D-AE19-62706E023703}">
                      <ahyp:hlinkClr xmlns:ahyp="http://schemas.microsoft.com/office/drawing/2018/hyperlinkcolor" val="tx"/>
                    </a:ext>
                  </a:extLst>
                </a:hlinkClick>
              </a:rPr>
              <a:t>EC code: 2.3.1.16</a:t>
            </a:r>
            <a:endParaRPr lang="en-US" sz="1600" b="1" dirty="0"/>
          </a:p>
          <a:p>
            <a:pPr>
              <a:spcAft>
                <a:spcPts val="600"/>
              </a:spcAft>
            </a:pPr>
            <a:r>
              <a:rPr lang="es-ES" sz="1600" dirty="0"/>
              <a:t>Gene:  YIL160C</a:t>
            </a:r>
          </a:p>
          <a:p>
            <a:pPr>
              <a:spcAft>
                <a:spcPts val="600"/>
              </a:spcAft>
            </a:pPr>
            <a:r>
              <a:rPr lang="es-ES" sz="1600" dirty="0"/>
              <a:t>C33H52N7O18P3S + C21H32N7O16P3S  -&gt;  C23H34N7O17P3S + C31H50N7O17P3S</a:t>
            </a:r>
          </a:p>
          <a:p>
            <a:pPr>
              <a:spcAft>
                <a:spcPts val="600"/>
              </a:spcAft>
            </a:pPr>
            <a:r>
              <a:rPr lang="pt-BR" sz="1600" dirty="0"/>
              <a:t>Location: Peroxisome</a:t>
            </a:r>
            <a:endParaRPr lang="en-US" sz="16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4742914" y="4980563"/>
            <a:ext cx="5404918" cy="1877437"/>
          </a:xfrm>
          <a:prstGeom prst="rect">
            <a:avLst/>
          </a:prstGeom>
          <a:noFill/>
          <a:ln>
            <a:solidFill>
              <a:schemeClr val="accent1"/>
            </a:solidFill>
          </a:ln>
        </p:spPr>
        <p:txBody>
          <a:bodyPr wrap="square">
            <a:spAutoFit/>
          </a:bodyPr>
          <a:lstStyle/>
          <a:p>
            <a:pPr>
              <a:spcAft>
                <a:spcPts val="600"/>
              </a:spcAft>
            </a:pPr>
            <a:r>
              <a:rPr lang="en-US" sz="1600" dirty="0"/>
              <a:t>Reaction S: fatty-acid--CoA ligase (decanoate)</a:t>
            </a:r>
          </a:p>
          <a:p>
            <a:pPr>
              <a:spcAft>
                <a:spcPts val="600"/>
              </a:spcAft>
            </a:pPr>
            <a:r>
              <a:rPr lang="es-ES" sz="1600" b="1" dirty="0">
                <a:hlinkClick r:id="rId5">
                  <a:extLst>
                    <a:ext uri="{A12FA001-AC4F-418D-AE19-62706E023703}">
                      <ahyp:hlinkClr xmlns:ahyp="http://schemas.microsoft.com/office/drawing/2018/hyperlinkcolor" val="tx"/>
                    </a:ext>
                  </a:extLst>
                </a:hlinkClick>
              </a:rPr>
              <a:t>EC </a:t>
            </a:r>
            <a:r>
              <a:rPr lang="es-ES" sz="1600" b="1" dirty="0" err="1">
                <a:hlinkClick r:id="rId5">
                  <a:extLst>
                    <a:ext uri="{A12FA001-AC4F-418D-AE19-62706E023703}">
                      <ahyp:hlinkClr xmlns:ahyp="http://schemas.microsoft.com/office/drawing/2018/hyperlinkcolor" val="tx"/>
                    </a:ext>
                  </a:extLst>
                </a:hlinkClick>
              </a:rPr>
              <a:t>code</a:t>
            </a:r>
            <a:r>
              <a:rPr lang="es-ES" sz="1600" b="1" dirty="0">
                <a:hlinkClick r:id="rId5">
                  <a:extLst>
                    <a:ext uri="{A12FA001-AC4F-418D-AE19-62706E023703}">
                      <ahyp:hlinkClr xmlns:ahyp="http://schemas.microsoft.com/office/drawing/2018/hyperlinkcolor" val="tx"/>
                    </a:ext>
                  </a:extLst>
                </a:hlinkClick>
              </a:rPr>
              <a:t>: 6.2.1.3</a:t>
            </a:r>
            <a:endParaRPr lang="es-ES" sz="1600" b="1" dirty="0"/>
          </a:p>
          <a:p>
            <a:pPr>
              <a:spcAft>
                <a:spcPts val="600"/>
              </a:spcAft>
            </a:pPr>
            <a:r>
              <a:rPr lang="es-ES" sz="1600" dirty="0"/>
              <a:t>Gene:  YER015W</a:t>
            </a:r>
          </a:p>
          <a:p>
            <a:pPr>
              <a:spcAft>
                <a:spcPts val="600"/>
              </a:spcAft>
            </a:pPr>
            <a:r>
              <a:rPr lang="pt-BR" sz="1600" dirty="0"/>
              <a:t>C10H12N5O13P3 + C21H32N7O16P3S + C10H19O2  -&gt;  C10H12N5O7P + C31H50N7O17P3S + HO7P2</a:t>
            </a:r>
          </a:p>
          <a:p>
            <a:pPr>
              <a:spcAft>
                <a:spcPts val="600"/>
              </a:spcAft>
            </a:pPr>
            <a:r>
              <a:rPr lang="pt-BR" sz="1600" dirty="0"/>
              <a:t>Location: Peroxisome</a:t>
            </a:r>
            <a:endParaRPr lang="en-US" sz="1600" dirty="0"/>
          </a:p>
        </p:txBody>
      </p:sp>
      <p:sp>
        <p:nvSpPr>
          <p:cNvPr id="4" name="Slide Number Placeholder 3">
            <a:extLst>
              <a:ext uri="{FF2B5EF4-FFF2-40B4-BE49-F238E27FC236}">
                <a16:creationId xmlns:a16="http://schemas.microsoft.com/office/drawing/2014/main" id="{DD6D3F0A-0D42-A4D6-6AC2-951E1BD2CAA3}"/>
              </a:ext>
            </a:extLst>
          </p:cNvPr>
          <p:cNvSpPr>
            <a:spLocks noGrp="1"/>
          </p:cNvSpPr>
          <p:nvPr>
            <p:ph type="sldNum" sz="quarter" idx="12"/>
          </p:nvPr>
        </p:nvSpPr>
        <p:spPr/>
        <p:txBody>
          <a:bodyPr/>
          <a:lstStyle/>
          <a:p>
            <a:fld id="{250B62C5-2ACF-4D78-8FF3-37371B948607}" type="slidenum">
              <a:rPr lang="en-US" smtClean="0"/>
              <a:t>22</a:t>
            </a:fld>
            <a:endParaRPr lang="en-US"/>
          </a:p>
        </p:txBody>
      </p:sp>
      <p:sp>
        <p:nvSpPr>
          <p:cNvPr id="5" name="Oval 4">
            <a:extLst>
              <a:ext uri="{FF2B5EF4-FFF2-40B4-BE49-F238E27FC236}">
                <a16:creationId xmlns:a16="http://schemas.microsoft.com/office/drawing/2014/main" id="{287932BF-B9AB-2CD6-BC64-02EAA8707542}"/>
              </a:ext>
            </a:extLst>
          </p:cNvPr>
          <p:cNvSpPr>
            <a:spLocks noChangeAspect="1"/>
          </p:cNvSpPr>
          <p:nvPr/>
        </p:nvSpPr>
        <p:spPr>
          <a:xfrm>
            <a:off x="1977527" y="216898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9D3EC0-9E4D-3DDE-55CB-7E3BEA76A109}"/>
              </a:ext>
            </a:extLst>
          </p:cNvPr>
          <p:cNvSpPr>
            <a:spLocks noChangeAspect="1"/>
          </p:cNvSpPr>
          <p:nvPr/>
        </p:nvSpPr>
        <p:spPr>
          <a:xfrm>
            <a:off x="1988957" y="43715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954830-23D0-C01D-77E9-0AE9E8010DD7}"/>
              </a:ext>
            </a:extLst>
          </p:cNvPr>
          <p:cNvCxnSpPr>
            <a:cxnSpLocks/>
            <a:stCxn id="6" idx="6"/>
            <a:endCxn id="27" idx="3"/>
          </p:cNvCxnSpPr>
          <p:nvPr/>
        </p:nvCxnSpPr>
        <p:spPr>
          <a:xfrm flipV="1">
            <a:off x="2471760" y="3673348"/>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AA48255-CB04-E6DE-1277-6B4616B6C237}"/>
              </a:ext>
            </a:extLst>
          </p:cNvPr>
          <p:cNvCxnSpPr>
            <a:cxnSpLocks/>
            <a:stCxn id="5" idx="6"/>
            <a:endCxn id="27" idx="1"/>
          </p:cNvCxnSpPr>
          <p:nvPr/>
        </p:nvCxnSpPr>
        <p:spPr>
          <a:xfrm>
            <a:off x="2460330" y="2410390"/>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DD5EBA-5DA9-639B-1219-409123F13A15}"/>
                  </a:ext>
                </a:extLst>
              </p:cNvPr>
              <p:cNvSpPr txBox="1"/>
              <p:nvPr/>
            </p:nvSpPr>
            <p:spPr>
              <a:xfrm>
                <a:off x="2568830" y="228420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41DD5EBA-5DA9-639B-1219-409123F13A15}"/>
                  </a:ext>
                </a:extLst>
              </p:cNvPr>
              <p:cNvSpPr txBox="1">
                <a:spLocks noRot="1" noChangeAspect="1" noMove="1" noResize="1" noEditPoints="1" noAdjustHandles="1" noChangeArrowheads="1" noChangeShapeType="1" noTextEdit="1"/>
              </p:cNvSpPr>
              <p:nvPr/>
            </p:nvSpPr>
            <p:spPr>
              <a:xfrm>
                <a:off x="2568830" y="2284201"/>
                <a:ext cx="1006792" cy="461665"/>
              </a:xfrm>
              <a:prstGeom prst="rect">
                <a:avLst/>
              </a:prstGeom>
              <a:blipFill>
                <a:blip r:embed="rId6"/>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B5AB040-96E2-33F5-2B94-C0C194AB552E}"/>
                  </a:ext>
                </a:extLst>
              </p:cNvPr>
              <p:cNvSpPr txBox="1"/>
              <p:nvPr/>
            </p:nvSpPr>
            <p:spPr>
              <a:xfrm>
                <a:off x="2637416" y="408297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2B5AB040-96E2-33F5-2B94-C0C194AB552E}"/>
                  </a:ext>
                </a:extLst>
              </p:cNvPr>
              <p:cNvSpPr txBox="1">
                <a:spLocks noRot="1" noChangeAspect="1" noMove="1" noResize="1" noEditPoints="1" noAdjustHandles="1" noChangeArrowheads="1" noChangeShapeType="1" noTextEdit="1"/>
              </p:cNvSpPr>
              <p:nvPr/>
            </p:nvSpPr>
            <p:spPr>
              <a:xfrm>
                <a:off x="2637416" y="4082976"/>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0F8591-C50F-C345-81EC-4955B356A3A6}"/>
                  </a:ext>
                </a:extLst>
              </p:cNvPr>
              <p:cNvSpPr txBox="1"/>
              <p:nvPr/>
            </p:nvSpPr>
            <p:spPr>
              <a:xfrm>
                <a:off x="515172" y="224285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1D0F8591-C50F-C345-81EC-4955B356A3A6}"/>
                  </a:ext>
                </a:extLst>
              </p:cNvPr>
              <p:cNvSpPr txBox="1">
                <a:spLocks noRot="1" noChangeAspect="1" noMove="1" noResize="1" noEditPoints="1" noAdjustHandles="1" noChangeArrowheads="1" noChangeShapeType="1" noTextEdit="1"/>
              </p:cNvSpPr>
              <p:nvPr/>
            </p:nvSpPr>
            <p:spPr>
              <a:xfrm>
                <a:off x="515172" y="224285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8F90E13-E0AB-7C23-569D-570115482E9A}"/>
                  </a:ext>
                </a:extLst>
              </p:cNvPr>
              <p:cNvSpPr txBox="1"/>
              <p:nvPr/>
            </p:nvSpPr>
            <p:spPr>
              <a:xfrm>
                <a:off x="555954" y="40867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18F90E13-E0AB-7C23-569D-570115482E9A}"/>
                  </a:ext>
                </a:extLst>
              </p:cNvPr>
              <p:cNvSpPr txBox="1">
                <a:spLocks noRot="1" noChangeAspect="1" noMove="1" noResize="1" noEditPoints="1" noAdjustHandles="1" noChangeArrowheads="1" noChangeShapeType="1" noTextEdit="1"/>
              </p:cNvSpPr>
              <p:nvPr/>
            </p:nvSpPr>
            <p:spPr>
              <a:xfrm>
                <a:off x="555954" y="4086740"/>
                <a:ext cx="1006792" cy="461665"/>
              </a:xfrm>
              <a:prstGeom prst="rect">
                <a:avLst/>
              </a:prstGeom>
              <a:blipFill>
                <a:blip r:embed="rId9"/>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DAD72C56-ABC6-AE13-0881-20E4352CDFA2}"/>
              </a:ext>
            </a:extLst>
          </p:cNvPr>
          <p:cNvSpPr>
            <a:spLocks noChangeAspect="1"/>
          </p:cNvSpPr>
          <p:nvPr/>
        </p:nvSpPr>
        <p:spPr>
          <a:xfrm>
            <a:off x="740233"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9727FF1-9F7A-8107-BE9B-F49FB7C88936}"/>
              </a:ext>
            </a:extLst>
          </p:cNvPr>
          <p:cNvCxnSpPr>
            <a:cxnSpLocks/>
            <a:stCxn id="15" idx="0"/>
            <a:endCxn id="5" idx="2"/>
          </p:cNvCxnSpPr>
          <p:nvPr/>
        </p:nvCxnSpPr>
        <p:spPr>
          <a:xfrm flipV="1">
            <a:off x="981635" y="2410390"/>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8D3A518-5D32-83D4-85AA-58C1A910A0EF}"/>
                  </a:ext>
                </a:extLst>
              </p:cNvPr>
              <p:cNvSpPr txBox="1"/>
              <p:nvPr/>
            </p:nvSpPr>
            <p:spPr>
              <a:xfrm>
                <a:off x="0" y="3030417"/>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22" name="TextBox 21">
                <a:extLst>
                  <a:ext uri="{FF2B5EF4-FFF2-40B4-BE49-F238E27FC236}">
                    <a16:creationId xmlns:a16="http://schemas.microsoft.com/office/drawing/2014/main" id="{A8D3A518-5D32-83D4-85AA-58C1A910A0EF}"/>
                  </a:ext>
                </a:extLst>
              </p:cNvPr>
              <p:cNvSpPr txBox="1">
                <a:spLocks noRot="1" noChangeAspect="1" noMove="1" noResize="1" noEditPoints="1" noAdjustHandles="1" noChangeArrowheads="1" noChangeShapeType="1" noTextEdit="1"/>
              </p:cNvSpPr>
              <p:nvPr/>
            </p:nvSpPr>
            <p:spPr>
              <a:xfrm>
                <a:off x="0" y="3030417"/>
                <a:ext cx="642780" cy="461665"/>
              </a:xfrm>
              <a:prstGeom prst="rect">
                <a:avLst/>
              </a:prstGeom>
              <a:blipFill>
                <a:blip r:embed="rId1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9C7BAD3-1653-55D3-E981-18DA3ABDCE49}"/>
              </a:ext>
            </a:extLst>
          </p:cNvPr>
          <p:cNvCxnSpPr>
            <a:cxnSpLocks/>
          </p:cNvCxnSpPr>
          <p:nvPr/>
        </p:nvCxnSpPr>
        <p:spPr>
          <a:xfrm>
            <a:off x="65250" y="3492082"/>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3E66F622-3684-3134-1B89-3A8D185E3518}"/>
              </a:ext>
            </a:extLst>
          </p:cNvPr>
          <p:cNvCxnSpPr>
            <a:cxnSpLocks/>
            <a:stCxn id="15" idx="4"/>
            <a:endCxn id="6" idx="2"/>
          </p:cNvCxnSpPr>
          <p:nvPr/>
        </p:nvCxnSpPr>
        <p:spPr>
          <a:xfrm>
            <a:off x="981635" y="3744053"/>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Oval 26">
            <a:extLst>
              <a:ext uri="{FF2B5EF4-FFF2-40B4-BE49-F238E27FC236}">
                <a16:creationId xmlns:a16="http://schemas.microsoft.com/office/drawing/2014/main" id="{3AAF694F-E97B-6F15-BEC2-11C09AE7D1D2}"/>
              </a:ext>
            </a:extLst>
          </p:cNvPr>
          <p:cNvSpPr>
            <a:spLocks noChangeAspect="1"/>
          </p:cNvSpPr>
          <p:nvPr/>
        </p:nvSpPr>
        <p:spPr>
          <a:xfrm>
            <a:off x="3350858"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BF2F030-726A-92EF-E96B-1182CEE83BEC}"/>
              </a:ext>
            </a:extLst>
          </p:cNvPr>
          <p:cNvCxnSpPr>
            <a:cxnSpLocks/>
          </p:cNvCxnSpPr>
          <p:nvPr/>
        </p:nvCxnSpPr>
        <p:spPr>
          <a:xfrm>
            <a:off x="3833661" y="350265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46691CE-68E6-381E-9062-9DD9B921400E}"/>
                  </a:ext>
                </a:extLst>
              </p:cNvPr>
              <p:cNvSpPr txBox="1"/>
              <p:nvPr/>
            </p:nvSpPr>
            <p:spPr>
              <a:xfrm>
                <a:off x="3660571" y="287029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33" name="TextBox 32">
                <a:extLst>
                  <a:ext uri="{FF2B5EF4-FFF2-40B4-BE49-F238E27FC236}">
                    <a16:creationId xmlns:a16="http://schemas.microsoft.com/office/drawing/2014/main" id="{F46691CE-68E6-381E-9062-9DD9B921400E}"/>
                  </a:ext>
                </a:extLst>
              </p:cNvPr>
              <p:cNvSpPr txBox="1">
                <a:spLocks noRot="1" noChangeAspect="1" noMove="1" noResize="1" noEditPoints="1" noAdjustHandles="1" noChangeArrowheads="1" noChangeShapeType="1" noTextEdit="1"/>
              </p:cNvSpPr>
              <p:nvPr/>
            </p:nvSpPr>
            <p:spPr>
              <a:xfrm>
                <a:off x="3660571" y="2870290"/>
                <a:ext cx="100679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5022AD-7630-6AD3-AAAB-D359D0F8CB08}"/>
                  </a:ext>
                </a:extLst>
              </p:cNvPr>
              <p:cNvSpPr txBox="1"/>
              <p:nvPr/>
            </p:nvSpPr>
            <p:spPr>
              <a:xfrm>
                <a:off x="3340910" y="323705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36" name="TextBox 35">
                <a:extLst>
                  <a:ext uri="{FF2B5EF4-FFF2-40B4-BE49-F238E27FC236}">
                    <a16:creationId xmlns:a16="http://schemas.microsoft.com/office/drawing/2014/main" id="{565022AD-7630-6AD3-AAAB-D359D0F8CB08}"/>
                  </a:ext>
                </a:extLst>
              </p:cNvPr>
              <p:cNvSpPr txBox="1">
                <a:spLocks noRot="1" noChangeAspect="1" noMove="1" noResize="1" noEditPoints="1" noAdjustHandles="1" noChangeArrowheads="1" noChangeShapeType="1" noTextEdit="1"/>
              </p:cNvSpPr>
              <p:nvPr/>
            </p:nvSpPr>
            <p:spPr>
              <a:xfrm>
                <a:off x="3340910" y="3237050"/>
                <a:ext cx="527465"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9A48D4-28B9-BC48-4E6B-AFB20271F058}"/>
                  </a:ext>
                </a:extLst>
              </p:cNvPr>
              <p:cNvSpPr txBox="1"/>
              <p:nvPr/>
            </p:nvSpPr>
            <p:spPr>
              <a:xfrm>
                <a:off x="1901310" y="213058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39" name="TextBox 38">
                <a:extLst>
                  <a:ext uri="{FF2B5EF4-FFF2-40B4-BE49-F238E27FC236}">
                    <a16:creationId xmlns:a16="http://schemas.microsoft.com/office/drawing/2014/main" id="{5D9A48D4-28B9-BC48-4E6B-AFB20271F058}"/>
                  </a:ext>
                </a:extLst>
              </p:cNvPr>
              <p:cNvSpPr txBox="1">
                <a:spLocks noRot="1" noChangeAspect="1" noMove="1" noResize="1" noEditPoints="1" noAdjustHandles="1" noChangeArrowheads="1" noChangeShapeType="1" noTextEdit="1"/>
              </p:cNvSpPr>
              <p:nvPr/>
            </p:nvSpPr>
            <p:spPr>
              <a:xfrm>
                <a:off x="1901310" y="2130583"/>
                <a:ext cx="656402" cy="461665"/>
              </a:xfrm>
              <a:prstGeom prst="rect">
                <a:avLst/>
              </a:prstGeom>
              <a:blipFill>
                <a:blip r:embed="rId1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4439A67-B1B2-1E28-9D77-C0ED5DEF243D}"/>
                  </a:ext>
                </a:extLst>
              </p:cNvPr>
              <p:cNvSpPr txBox="1"/>
              <p:nvPr/>
            </p:nvSpPr>
            <p:spPr>
              <a:xfrm>
                <a:off x="1987861" y="4346269"/>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E4439A67-B1B2-1E28-9D77-C0ED5DEF243D}"/>
                  </a:ext>
                </a:extLst>
              </p:cNvPr>
              <p:cNvSpPr txBox="1">
                <a:spLocks noRot="1" noChangeAspect="1" noMove="1" noResize="1" noEditPoints="1" noAdjustHandles="1" noChangeArrowheads="1" noChangeShapeType="1" noTextEdit="1"/>
              </p:cNvSpPr>
              <p:nvPr/>
            </p:nvSpPr>
            <p:spPr>
              <a:xfrm>
                <a:off x="1987861" y="4346269"/>
                <a:ext cx="495606"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22C83EE-9DFE-B654-AF99-6DB554BAC360}"/>
                  </a:ext>
                </a:extLst>
              </p:cNvPr>
              <p:cNvSpPr txBox="1"/>
              <p:nvPr/>
            </p:nvSpPr>
            <p:spPr>
              <a:xfrm>
                <a:off x="740501" y="323534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2" name="TextBox 41">
                <a:extLst>
                  <a:ext uri="{FF2B5EF4-FFF2-40B4-BE49-F238E27FC236}">
                    <a16:creationId xmlns:a16="http://schemas.microsoft.com/office/drawing/2014/main" id="{322C83EE-9DFE-B654-AF99-6DB554BAC360}"/>
                  </a:ext>
                </a:extLst>
              </p:cNvPr>
              <p:cNvSpPr txBox="1">
                <a:spLocks noRot="1" noChangeAspect="1" noMove="1" noResize="1" noEditPoints="1" noAdjustHandles="1" noChangeArrowheads="1" noChangeShapeType="1" noTextEdit="1"/>
              </p:cNvSpPr>
              <p:nvPr/>
            </p:nvSpPr>
            <p:spPr>
              <a:xfrm>
                <a:off x="740501" y="3235340"/>
                <a:ext cx="527465" cy="461665"/>
              </a:xfrm>
              <a:prstGeom prst="rect">
                <a:avLst/>
              </a:prstGeom>
              <a:blipFill>
                <a:blip r:embed="rId15"/>
                <a:stretch>
                  <a:fillRect/>
                </a:stretch>
              </a:blipFill>
            </p:spPr>
            <p:txBody>
              <a:bodyPr/>
              <a:lstStyle/>
              <a:p>
                <a:r>
                  <a:rPr lang="en-US">
                    <a:noFill/>
                  </a:rPr>
                  <a:t> </a:t>
                </a:r>
              </a:p>
            </p:txBody>
          </p:sp>
        </mc:Fallback>
      </mc:AlternateContent>
      <p:sp>
        <p:nvSpPr>
          <p:cNvPr id="43" name="Rectangle: Rounded Corners 42">
            <a:extLst>
              <a:ext uri="{FF2B5EF4-FFF2-40B4-BE49-F238E27FC236}">
                <a16:creationId xmlns:a16="http://schemas.microsoft.com/office/drawing/2014/main" id="{5F781E40-98BB-0FE4-C2DA-11BC8D2B07B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7B5D92B-7B14-39C7-EF75-DC3B81D6BFD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6AF1B56E-4CEC-9489-EEB1-A5AEBFBF4741}"/>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819F5F-879E-3302-9402-EE69CA92D28C}"/>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A6079F5E-BBE3-A0AA-2FE8-2ED9E9A633A5}"/>
              </a:ext>
            </a:extLst>
          </p:cNvPr>
          <p:cNvCxnSpPr>
            <a:stCxn id="43" idx="2"/>
            <a:endCxn id="44"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5825C98-AF14-BCE9-34C3-FD5ACB6E432E}"/>
              </a:ext>
            </a:extLst>
          </p:cNvPr>
          <p:cNvCxnSpPr>
            <a:cxnSpLocks/>
            <a:stCxn id="44" idx="2"/>
            <a:endCxn id="45"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E3E19-A528-225A-D83B-3ECCCEFEF82D}"/>
              </a:ext>
            </a:extLst>
          </p:cNvPr>
          <p:cNvCxnSpPr>
            <a:cxnSpLocks/>
            <a:stCxn id="46"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3324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3F6E1-0D7A-7985-196D-2B59A548C097}"/>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10AF7E4-6E7D-D1E9-4FCC-D0A2BD7EF21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433170EB-AB30-3FF4-1F5E-569E522A9C37}"/>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AB113BC-8E87-F42D-642D-3478BB5A23F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6769BCDB-0586-5DE8-05EF-326E9040D8F5}"/>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A64AD5E-140A-FF99-2569-5CCDC5791CD6}"/>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96FC59A-D0BD-F522-1A9D-1D53759E671B}"/>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A9AEDECC-D3CE-9033-C027-9449F78EEBFB}"/>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B1143C-7263-2B60-D479-FD298E796F9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84B1143C-7263-2B60-D479-FD298E796F9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1AF7425C-A24A-95DB-039C-D19748C5E298}"/>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1AF7425C-A24A-95DB-039C-D19748C5E298}"/>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560E3EB-046B-E5B4-19B4-E6A182F8AEC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AAF93E17-1F5A-19B2-CE07-3920118D761B}"/>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AAF93E17-1F5A-19B2-CE07-3920118D761B}"/>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D77E4D6-D983-08D8-941E-BBA1D1CDDCE8}"/>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D77E4D6-D983-08D8-941E-BBA1D1CDDCE8}"/>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75BD6D3-854F-350B-880B-8460AE7C6D78}"/>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AE0B940-C1CB-8FC7-0ABF-C1042A5E1C9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AE0B940-C1CB-8FC7-0ABF-C1042A5E1C9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ED6F566-3AA8-35FC-2D01-C9C611002C54}"/>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65D5955B-0C30-C92D-953F-D4A809D6EBB5}"/>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688D98A-B5E3-3EC4-6B06-03A5A7825B3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DB1BDDA-6EE7-1A90-F20B-7A059951FA5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7C05A3-4901-9098-BF9C-B4FB67EA2E14}"/>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E2EBF6D-FB9E-9C36-C55F-30BE90EF715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E15E37E-D471-BD7B-A550-EE46862A580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3E5FEA6-B983-5F70-207F-3A42C6287BA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FBD6A83-5123-D968-6A68-5D7F08DE956B}"/>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BFBD6A83-5123-D968-6A68-5D7F08DE956B}"/>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FD48B995-143F-3ECE-7A65-E48BEAB2C9A2}"/>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E55E8606-3DB6-A99D-50FF-2CE606BC218C}"/>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41B66B34-1989-E88C-F2F8-170EBE294C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3BA2B7E-010F-02E1-0777-3EC7BC31C441}"/>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3BA2B7E-010F-02E1-0777-3EC7BC31C441}"/>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3A624FB-2512-44F4-8B2C-C8BAA1AA287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3B6D3FF-7608-9B68-FDF8-FACC4FD87AA8}"/>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33B6D3FF-7608-9B68-FDF8-FACC4FD87AA8}"/>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67C1653-D27E-F3AB-4ACF-0DA4B3F379F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D2C0583-2C44-AC97-E62E-B88601E257C7}"/>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D2C0583-2C44-AC97-E62E-B88601E257C7}"/>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8B4EAD9-B733-9F2C-F17F-98C728C6DEA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8393705-589D-BF84-9EB7-DDB3C10BFC6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6526273-1EA6-FD7E-86A0-163B8F3960AB}"/>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02AC475-7E23-068E-56DB-B7D917889791}"/>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FAA6B8B-8E98-9539-0D5E-B9FAA212667D}"/>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792B87A6-4D08-13A6-1598-EBFB4077C454}"/>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792B87A6-4D08-13A6-1598-EBFB4077C454}"/>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95B783D-6BB4-4E8A-387E-859E291E662B}"/>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95B783D-6BB4-4E8A-387E-859E291E662B}"/>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83D17FFB-8D29-8574-FA89-03CBD1ACFE0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83D17FFB-8D29-8574-FA89-03CBD1ACFE0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F1B40E-D109-BA02-6157-2DA54261E79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564BBDE-707A-4A1C-7920-74639D55D75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564BBDE-707A-4A1C-7920-74639D55D75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CC79FE2A-EC57-9D46-DE98-2D63A29ADD2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64610A63-DCCD-A83E-B281-2A1F8318DBB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64610A63-DCCD-A83E-B281-2A1F8318DBB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FC79169-8AC7-C7DE-5E83-E07E96BC56E8}"/>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FC79169-8AC7-C7DE-5E83-E07E96BC56E8}"/>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4E472C5-BDF3-E840-063A-FE7600A8843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F0CCA13-7D8C-10BF-6E34-CDB14E4F796E}"/>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52E17C2-1606-55F7-E6F2-238D614EC92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F2E8328-A14F-FB23-0A85-D49268345507}"/>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E3A3971-0364-52C3-BEC0-96BF891D2EE6}"/>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E3A3971-0364-52C3-BEC0-96BF891D2EE6}"/>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8156C1E-320E-5C14-0907-62524860639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8156C1E-320E-5C14-0907-62524860639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C6A453C-85D1-2D49-6E8E-BA85CA887FD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C6A453C-85D1-2D49-6E8E-BA85CA887FD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F3A1F05-EDD6-DF83-0F78-B918A5C14221}"/>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F3A1F05-EDD6-DF83-0F78-B918A5C14221}"/>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81EF70A-5C7F-8A34-FE84-E9821AA8C0B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77210AC-D1AC-482F-3BBE-D40B4593C86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D76CE33-A2B3-BFDF-22F9-9F8DB952E21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D76CE33-A2B3-BFDF-22F9-9F8DB952E21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41ED95B-66E5-1227-BC36-C32808F9A8D8}"/>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14F0D4C-C1D2-EF96-E9B4-9FF24CC7B708}"/>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DA0A7AD-63D2-F7F1-1101-AF8A8CB8374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077B67AD-EA90-224B-6137-0BCF8FB3C736}"/>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7A86DAC-BE9A-FA3F-DFE6-239CF72C655A}"/>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7A86DAC-BE9A-FA3F-DFE6-239CF72C655A}"/>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37375FC-D302-DC94-786C-ECAB02F46E67}"/>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37375FC-D302-DC94-786C-ECAB02F46E67}"/>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4FA9248-0AC8-2155-21D1-B51C899F395E}"/>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54FA9248-0AC8-2155-21D1-B51C899F395E}"/>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64D0E4E-BD02-1999-6416-0952BA7A8F2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64D0E4E-BD02-1999-6416-0952BA7A8F2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8DA4843-12C2-E741-0A77-B911B6901DC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8DA4843-12C2-E741-0A77-B911B6901DC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4E8030-D0D9-368B-88EB-865DEB6D5A0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4A08B79-60D3-1CD9-827D-3C39B7C62996}"/>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6C5FB67-9528-6F84-2303-049BA8B748CC}"/>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B06E863D-8C4B-F003-0D55-1E0C440232A4}"/>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BD9229C-4510-5FC8-555F-C646D970BF47}"/>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2E3F75DD-53AC-B394-EEF6-9BB217B42AF4}"/>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0EC0FBAA-ABAF-BD58-E500-8F55B6703A16}"/>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937831C-E6EC-3D13-977E-86CF0B267B2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335FDB43-0E40-BDA8-921B-A4C165D5B67B}"/>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6E3E3BC-71B7-31BE-2DE6-E18D2034F50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457F3E2E-0A45-B507-ED7B-89A7F536D260}"/>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8ABB790-BC6E-F089-7727-62BA6CB52A9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8D81CC2-2B19-C389-9EEF-3C731E69E3B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379CF048-9BE9-2224-0C0A-74F49AD0A511}"/>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F83CA32-9A0C-296A-219F-149EA44ADC8E}"/>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8F1B0C68-B10F-F860-862E-CE84545F9EF6}"/>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4B196E3E-800B-C2EA-BE1F-F01A0F5072A2}"/>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1921E5F2-B6DF-3664-8009-E6255367AD59}"/>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A6FEFDF-95F5-355A-A7EE-BB919DB1025B}"/>
              </a:ext>
            </a:extLst>
          </p:cNvPr>
          <p:cNvSpPr txBox="1"/>
          <p:nvPr/>
        </p:nvSpPr>
        <p:spPr>
          <a:xfrm>
            <a:off x="1617497" y="4145432"/>
            <a:ext cx="9926299" cy="1754326"/>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Metabolites: Black listed currency ones: H+, O2, CO2, H2O, ATP, ADP, </a:t>
            </a:r>
            <a:r>
              <a:rPr lang="" dirty="0"/>
              <a:t>AMP, Inorganic phosphate, Inorganic diphosphate, NAD⁺, NADH, NADP⁺, NADPH, NH3, NH4, Coenzyme A, FAD, FADH, FADH2. </a:t>
            </a:r>
          </a:p>
          <a:p>
            <a:pPr marL="342900" indent="-342900">
              <a:buFont typeface="+mj-lt"/>
              <a:buAutoNum type="arabicPeriod"/>
            </a:pPr>
            <a:r>
              <a:rPr lang="" dirty="0"/>
              <a:t>Reactions: Chemical reactions must be gene-mediated and have disjoint genes.</a:t>
            </a:r>
          </a:p>
          <a:p>
            <a:pPr marL="285750" indent="-285750">
              <a:buFont typeface="Arial" panose="020B0604020202020204" pitchFamily="34" charset="0"/>
              <a:buChar char="•"/>
            </a:pPr>
            <a:endParaRPr lang="en-US" dirty="0"/>
          </a:p>
        </p:txBody>
      </p:sp>
      <p:cxnSp>
        <p:nvCxnSpPr>
          <p:cNvPr id="26" name="Straight Arrow Connector 25">
            <a:extLst>
              <a:ext uri="{FF2B5EF4-FFF2-40B4-BE49-F238E27FC236}">
                <a16:creationId xmlns:a16="http://schemas.microsoft.com/office/drawing/2014/main" id="{36874CAE-017C-593B-39AB-A179360394E0}"/>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70460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F7F94-A697-8C09-4AA1-C3F4EB0851A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596F821-2944-0FBE-6736-B720590DA47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595C6F0-9F02-8AD4-CC1A-59747D3F5273}"/>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DF215B9-84BF-72EE-9144-A8BBF87AACE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D714E88-1AB7-7AFD-F744-2FCA63805F6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7FC6BAB-E609-AB9F-F327-F5583850DB68}"/>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DF0CD6D-95DB-3F78-FAF3-8C586CC82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4329755-3ADE-E8CC-7FDF-2B97BBAE768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774894C-16E0-C85E-41E8-B2F053A92B0E}"/>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1774894C-16E0-C85E-41E8-B2F053A92B0E}"/>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60A3A3C-3133-BDE1-9768-A063A313BE0A}"/>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60A3A3C-3133-BDE1-9768-A063A313BE0A}"/>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6C4F4A7-2E27-48B8-A213-BBA9CF1BBF60}"/>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2B966E-543C-DA23-28B5-BCCB3E4A7813}"/>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2B966E-543C-DA23-28B5-BCCB3E4A7813}"/>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FB5E1D5-BA98-678E-976E-B05289663B0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FB5E1D5-BA98-678E-976E-B05289663B0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8964071-2186-78F1-550E-1CAA68F414D7}"/>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DEA4F8C-BA59-9357-6C54-16A2EA49545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DEA4F8C-BA59-9357-6C54-16A2EA49545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CBE838B-0E21-663E-9BCD-5860EDEE49D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5B7CEB59-8C7A-6FF3-357E-41D8B10C4D2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FAD0532-755F-CB65-88EA-60BF6536F48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C437F60-1B49-78EE-8036-F85DC81314DA}"/>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395AD05-9D22-0053-CE93-5231957CC1C3}"/>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FA7CFAE-AF7B-E5BD-5297-28026F3A204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3A5F0DC-F90C-72D8-1BFB-EF73A078DA5F}"/>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5FD1D41-83F5-DD97-C45E-FA5978E7E9CB}"/>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A4D37E6A-A24C-EB5E-1E66-757BA83EA79D}"/>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A4D37E6A-A24C-EB5E-1E66-757BA83EA79D}"/>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6B9A3396-2560-BD33-61D1-D2586AEA612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CE9601E7-D53D-C0F5-0CAB-2B812B6BBE9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ABED490-3FB7-E899-D8CF-0BFDB84779BC}"/>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9EEC6C4-82B6-492F-F19D-3209996C7D2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9EEC6C4-82B6-492F-F19D-3209996C7D2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E5D21A8-EC79-7E40-0C8E-53FB2EE2E5A7}"/>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AF1EADA-11D3-424A-EBAA-99B5DBD9D293}"/>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4AF1EADA-11D3-424A-EBAA-99B5DBD9D293}"/>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FAC247-1CA3-2FB5-820E-9F5219EF6C69}"/>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AF269AE-E1C9-C0A3-AA5C-544EF9E2AD38}"/>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AF269AE-E1C9-C0A3-AA5C-544EF9E2AD38}"/>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BE648ED-F500-75A1-5E26-A432C49BDCF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CA2B12-0826-259B-19BC-DBF54A6A8A3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A2C34E1-DF3D-FE0E-F643-08CFBC02B481}"/>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251281E-16A9-501F-CC16-287DCB474E03}"/>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7462C49-FFE6-9EF2-5104-598203F023E5}"/>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407C419-7260-0D2C-A8D3-0690436E98D8}"/>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407C419-7260-0D2C-A8D3-0690436E98D8}"/>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BD661A5-0660-068A-7A76-BB0E57B5D4E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BD661A5-0660-068A-7A76-BB0E57B5D4E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E513029-7FB2-7C5E-E316-3D07FA914E8D}"/>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5E513029-7FB2-7C5E-E316-3D07FA914E8D}"/>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68A149D-7808-DAF8-1C9B-C3A5882185D1}"/>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565299A-E184-D64A-6D9B-510F0193124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4565299A-E184-D64A-6D9B-510F0193124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FE7359F-45BA-AE13-900E-232DC36EB24E}"/>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039EED-7A2C-44E6-42D8-8E9B9AEB2378}"/>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9039EED-7A2C-44E6-42D8-8E9B9AEB2378}"/>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DEF8AE2-9805-BD3E-5ABD-D7DD6845DB31}"/>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DEF8AE2-9805-BD3E-5ABD-D7DD6845DB31}"/>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1AFFAB86-16C3-28FF-EB30-2E9A7DD90F4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8C81CDA-6D13-DEE7-44E0-F63E3BE6D3F9}"/>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DE1C037-9C7E-DD58-97D7-57D28161DD9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D271E597-BF5E-5406-4929-648717E8AB1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A3B09FD-B928-F320-790E-1B2F43A32064}"/>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A3B09FD-B928-F320-790E-1B2F43A32064}"/>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48DC1D4-D218-EC5C-FAF8-5D20D61546F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48DC1D4-D218-EC5C-FAF8-5D20D61546F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DB589F8-867C-3859-C62D-EA2AF5B26874}"/>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5DB589F8-867C-3859-C62D-EA2AF5B26874}"/>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7F9392A-78DE-0259-FF38-3B2374D2864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7F9392A-78DE-0259-FF38-3B2374D2864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4C514E0-8189-B198-7360-7BE97F094658}"/>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31677A0-92AC-10BD-80F7-B5214BC5F6EE}"/>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06A54BE-31BF-0EEA-C421-CA029A0B9692}"/>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06A54BE-31BF-0EEA-C421-CA029A0B9692}"/>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D3F64C-B639-F6DB-F8C1-0EE34F6E16A9}"/>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F34F6C8-D598-5981-9C60-D93E88EB1EEF}"/>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9067D1E-3A2B-0D6D-E811-47277F3B0753}"/>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8B0686B-3581-4F0C-5F63-54D64F6A56D4}"/>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FCC0A04-2247-610B-77C1-7C7B192DBC6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FCC0A04-2247-610B-77C1-7C7B192DBC6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715F56F-1A6B-31D3-52B3-8BEC385CBD4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C715F56F-1A6B-31D3-52B3-8BEC385CBD4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E2909716-136D-59BE-F935-8CA34BDBB296}"/>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E2909716-136D-59BE-F935-8CA34BDBB296}"/>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AF737C7-D06F-6B5F-BECE-55384C5B16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2AF737C7-D06F-6B5F-BECE-55384C5B16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B23013-84BB-AE95-A81D-B05ECC7854BF}"/>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9B23013-84BB-AE95-A81D-B05ECC7854BF}"/>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93B4B6B-280C-ED0A-DFA2-210239D174D9}"/>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AC0336E-99D9-C7FF-5261-4FBFAEEC44A0}"/>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7B2E271-A7C2-69C9-B448-268EBD21BE2F}"/>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a:txBody>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Choice>
        <mc:Fallback xmlns="">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640080">
                    <a:tc>
                      <a:txBody>
                        <a:bodyPr/>
                        <a:lstStyle/>
                        <a:p>
                          <a:endParaRPr lang="LID4096"/>
                        </a:p>
                      </a:txBody>
                      <a:tcPr>
                        <a:blipFill>
                          <a:blip r:embed="rId29"/>
                          <a:stretch>
                            <a:fillRect l="-538" t="-118868" r="-610215" b="-170755"/>
                          </a:stretch>
                        </a:blipFill>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640080">
                    <a:tc>
                      <a:txBody>
                        <a:bodyPr/>
                        <a:lstStyle/>
                        <a:p>
                          <a:endParaRPr lang="LID4096"/>
                        </a:p>
                      </a:txBody>
                      <a:tcPr>
                        <a:blipFill>
                          <a:blip r:embed="rId29"/>
                          <a:stretch>
                            <a:fillRect l="-538" t="-220952" r="-610215" b="-72381"/>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Fallback>
      </mc:AlternateContent>
      <p:cxnSp>
        <p:nvCxnSpPr>
          <p:cNvPr id="17" name="Straight Arrow Connector 16">
            <a:extLst>
              <a:ext uri="{FF2B5EF4-FFF2-40B4-BE49-F238E27FC236}">
                <a16:creationId xmlns:a16="http://schemas.microsoft.com/office/drawing/2014/main" id="{73FA3CAD-233D-2129-93E7-28FF6C0997C8}"/>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63777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C1095-7D37-F5D6-2700-8739BDF5CAE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6252244-D76B-5FD6-3C99-7D0844EBF57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C1EA7106-6853-2639-A8FD-8CBA9337B61D}"/>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4C22DFD-390A-8E76-F684-D55888E36E1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93CB1CB-7188-2C0A-8E33-2766673BA6C2}"/>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542662A6-795B-7126-BFAA-C08EFA8EFD3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AB39DE9-162A-DAA2-E708-46377DAAED42}"/>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08F8301B-5158-D05D-6D54-FF3EAB18E10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A2585EB-2921-ADFD-0958-EB902F0629E1}"/>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A2585EB-2921-ADFD-0958-EB902F0629E1}"/>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84795DB-D3B0-5CA6-21EE-0098C9A970BF}"/>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84795DB-D3B0-5CA6-21EE-0098C9A970BF}"/>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A68E55DF-8C8A-DDE4-47E2-71E31C1A4821}"/>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F934176-38A8-ED80-43B6-6E9A13F35B16}"/>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F934176-38A8-ED80-43B6-6E9A13F35B16}"/>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869D10-F676-3F81-6200-8D9F9E8DC029}"/>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F6869D10-F676-3F81-6200-8D9F9E8DC029}"/>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E2AD014-2910-ADAC-2B14-DDCF5ED1E9A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00CB96D-65EC-BCE1-F778-328FE67AE39B}"/>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00CB96D-65EC-BCE1-F778-328FE67AE39B}"/>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F1EA72F-1938-274A-1A85-3CE6864E4F4D}"/>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A099CCB-A46A-EBAA-73C7-48676A4F89A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23446833-ECB7-B71E-8E49-B7B512E494FD}"/>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FC93CA-C37B-A60A-DD68-2A684B9DAA14}"/>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BD446B-7ED8-BD35-4611-CD4433E43235}"/>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29B80C12-C882-77CE-5EE4-C89276008BA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0AF54CC3-980D-402F-E65F-CD6374B9ACBE}"/>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28A7240-F5CA-B7EE-E41D-61045115C9D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102A801-E79F-0772-B3C2-835AAC4A8E2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102A801-E79F-0772-B3C2-835AAC4A8E2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5DB2194-A436-C226-4C59-1B186B43CC9C}"/>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34052AF-EBD4-25EF-ABC5-2980BA8634D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C98E50C8-4C62-D92B-5722-3DD1237BAF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CEFD734-3183-3842-A42B-CC45A5418B8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CEFD734-3183-3842-A42B-CC45A5418B8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5CEA05D-7122-569B-A8A6-D50E8898C50E}"/>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1EA05263-C427-C4F8-45D0-126F647893B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1EA05263-C427-C4F8-45D0-126F647893B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4B44A86-BB2E-B9D5-C851-A4F0938B93BA}"/>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AF6261-F2D9-D3AF-E8A3-CF1C75D1A14B}"/>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AF6261-F2D9-D3AF-E8A3-CF1C75D1A14B}"/>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32E76C8-7A04-A3D1-C98B-5D8E6BC781C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9D5EC96-E5A7-4FF7-4269-CC32C968F21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02B0143-7A3C-9382-D5FA-AC6CFFAD210F}"/>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0F400FA-B5A2-E034-D9E7-9F0985AA1B0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CBCD871-D6D5-1909-7135-4A618ADDE2F7}"/>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64241BEA-39D0-4039-15C8-95C73E13993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64241BEA-39D0-4039-15C8-95C73E13993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F20A93E-1008-4535-0C34-C893601EFB6D}"/>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F20A93E-1008-4535-0C34-C893601EFB6D}"/>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24C88AFC-A92E-2BF8-DE06-39FC6814357F}"/>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24C88AFC-A92E-2BF8-DE06-39FC6814357F}"/>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31FDC95-67C0-6FA6-4FCC-FBA2C460032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9460D11-CC68-C85E-26E2-31F502495B0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C9460D11-CC68-C85E-26E2-31F502495B0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915F97E-9B71-B143-131F-6D896AF401B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532EA8C2-4ABB-7E35-A545-23B8BD0C7D7A}"/>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532EA8C2-4ABB-7E35-A545-23B8BD0C7D7A}"/>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63F73FB-E8D1-5866-64F4-B73665E8F04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63F73FB-E8D1-5866-64F4-B73665E8F04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F524CD-9A5C-1C60-CEDD-03E100D22447}"/>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D4E6C42-86F4-F0FD-ED99-D6BF79FE7A7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6CFAD5F-6DBD-FDA1-E374-2171A0CEA01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52E3444-57C1-B053-9439-D11F5FECDF2E}"/>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5366364-B125-6F33-CB73-C215DB526B6C}"/>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75366364-B125-6F33-CB73-C215DB526B6C}"/>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9F44A90-4352-E724-E796-BD051A1666D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9F44A90-4352-E724-E796-BD051A1666D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8A75E14-3CA5-C203-F626-6943EC009EC1}"/>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8A75E14-3CA5-C203-F626-6943EC009EC1}"/>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70142D5-85C5-40E3-2A64-3B941032D0AB}"/>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70142D5-85C5-40E3-2A64-3B941032D0AB}"/>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7EE08302-C4FF-24BE-251E-C5B6A9EC18C6}"/>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4B6885D2-21B3-E062-E78B-CEADB4A7BAE4}"/>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842F3C6-FD32-2DDB-F2A1-2A3F10A0C79F}"/>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842F3C6-FD32-2DDB-F2A1-2A3F10A0C79F}"/>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8408E18-0BE1-C7FC-B1FD-BB4A14C90395}"/>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45F21F-9950-5FDF-B7BF-2DA8E67D44A6}"/>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518AD9A6-B74E-0D65-2D56-8A4A7722C99D}"/>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A71CC6D-FC9B-30DE-CBD2-F620D877FDF3}"/>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910D1E9-7D54-ABB9-A621-39E4077BAAD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910D1E9-7D54-ABB9-A621-39E4077BAAD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1BDB1E6-C036-F590-1315-695967BDD65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1BDB1E6-C036-F590-1315-695967BDD65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D4471FB-A353-49B4-932E-AE9CA6777FAD}"/>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7D4471FB-A353-49B4-932E-AE9CA6777FAD}"/>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6FFCEF8-72A7-D21E-2DC2-CF64278B64B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6FFCEF8-72A7-D21E-2DC2-CF64278B64B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143124-73E5-D39F-830D-E5A8D3EBEB28}"/>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143124-73E5-D39F-830D-E5A8D3EBEB28}"/>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C4013385-C19C-A867-A580-8F6D27F44916}"/>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99CFE6A-CDD0-5F13-F936-2FDA7166BF5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910F892-D0C9-53FB-C417-E5F28B4E7BD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41BA86D1-9CF6-C5F0-275F-9C1B7CCE876E}"/>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E4B5D8B-0D42-8688-A32F-33BD94FF59C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5D5F771E-43A8-D6A9-9A2C-A120209DD33D}"/>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3631D515-9DF8-02D9-330A-25AC5BF2694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9D4DF17-8FB0-9CB6-5AA6-8A57343171C8}"/>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105FFD0E-7BAB-FDEA-4F97-D6BB95DFFD20}"/>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B3D3E3B-F805-1D56-911B-25192015959B}"/>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A5FE5C10-5F6B-ED70-745A-9028A949D75A}"/>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B9676B0-1920-0708-1DC3-62A9884355B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5E6DC05-E80E-BA4A-820B-DC1ABF0D32F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82AB8B24-1EFC-60D9-140F-AD9B87D667BF}"/>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9821A-6C20-A840-17FD-4DD99C40FAC6}"/>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E18DC0E-E7FF-B7D2-8C16-7AC515BA51FF}"/>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08A90F-E7B5-04D8-0EF9-F6BB219913B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75034C02-57C6-BC36-99A6-1A4FED6501F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E5EFB22-BFA2-E8F4-9A72-60A050B2561D}"/>
                  </a:ext>
                </a:extLst>
              </p:cNvPr>
              <p:cNvSpPr txBox="1"/>
              <p:nvPr/>
            </p:nvSpPr>
            <p:spPr>
              <a:xfrm>
                <a:off x="1740926" y="3886685"/>
                <a:ext cx="9926299" cy="2308324"/>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Black listed currency metabolites: H+, O2, CO2, H2O, ATP, ADP, </a:t>
                </a:r>
                <a:r>
                  <a:rPr lang="" dirty="0"/>
                  <a:t>AMP, Inorganic phosphate, Inorganic diphosphate, NAD⁺, NADH, NADP⁺, NADPH, NH3, NH4, Coenzyme A, FAD, FADH, FADH2. </a:t>
                </a:r>
              </a:p>
              <a:p>
                <a:pPr marL="342900" indent="-342900">
                  <a:buFont typeface="+mj-lt"/>
                  <a:buAutoNum type="arabicPeriod"/>
                </a:pPr>
                <a:r>
                  <a:rPr lang="" dirty="0"/>
                  <a:t>Reactions: </a:t>
                </a:r>
              </a:p>
              <a:p>
                <a:pPr marL="800100" lvl="1" indent="-342900">
                  <a:buFont typeface="+mj-lt"/>
                  <a:buAutoNum type="arabicPeriod"/>
                </a:pPr>
                <a:r>
                  <a:rPr lang="" strike="sngStrike" dirty="0"/>
                  <a:t>Metabilites</a:t>
                </a:r>
                <a:r>
                  <a:rPr lang="de-DE" i="1" strike="sngStrike" dirty="0">
                    <a:latin typeface="Cambria Math" panose="02040503050406030204" pitchFamily="18" charset="0"/>
                  </a:rPr>
                  <a:t> </a:t>
                </a:r>
                <a14:m>
                  <m:oMath xmlns:m="http://schemas.openxmlformats.org/officeDocument/2006/math">
                    <m:sSub>
                      <m:sSubPr>
                        <m:ctrlPr>
                          <a:rPr lang="en-US" i="1" strike="sngStrike">
                            <a:latin typeface="Cambria Math" panose="02040503050406030204" pitchFamily="18" charset="0"/>
                          </a:rPr>
                        </m:ctrlPr>
                      </m:sSubPr>
                      <m:e>
                        <m:r>
                          <m:rPr>
                            <m:sty m:val="p"/>
                          </m:rPr>
                          <a:rPr lang="de-DE" i="1" strike="sngStrike">
                            <a:latin typeface="Cambria Math" panose="02040503050406030204" pitchFamily="18" charset="0"/>
                          </a:rPr>
                          <m:t>m</m:t>
                        </m:r>
                      </m:e>
                      <m:sub>
                        <m:r>
                          <m:rPr>
                            <m:sty m:val="p"/>
                          </m:rPr>
                          <a:rPr lang="de-DE" i="1" strike="sngStrike">
                            <a:latin typeface="Cambria Math" panose="02040503050406030204" pitchFamily="18" charset="0"/>
                          </a:rPr>
                          <m:t>d</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Df</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Ds</m:t>
                        </m:r>
                      </m:sub>
                    </m:sSub>
                  </m:oMath>
                </a14:m>
                <a:r>
                  <a:rPr lang="" strike="sngStrike" dirty="0"/>
                  <a:t> must be single-produced by the reactions.</a:t>
                </a:r>
              </a:p>
              <a:p>
                <a:pPr marL="800100" lvl="1" indent="-342900">
                  <a:buFont typeface="+mj-lt"/>
                  <a:buAutoNum type="arabicPeriod"/>
                </a:pPr>
                <a:r>
                  <a:rPr lang="" dirty="0"/>
                  <a:t>Chemical reactions must have disjoint genes.</a:t>
                </a:r>
              </a:p>
              <a:p>
                <a:pPr marL="285750" indent="-285750">
                  <a:buFont typeface="Arial" panose="020B0604020202020204" pitchFamily="34" charset="0"/>
                  <a:buChar char="•"/>
                </a:pPr>
                <a:endParaRPr lang="en-US" dirty="0"/>
              </a:p>
            </p:txBody>
          </p:sp>
        </mc:Choice>
        <mc:Fallback xmlns="">
          <p:sp>
            <p:nvSpPr>
              <p:cNvPr id="17" name="TextBox 16">
                <a:extLst>
                  <a:ext uri="{FF2B5EF4-FFF2-40B4-BE49-F238E27FC236}">
                    <a16:creationId xmlns:a16="http://schemas.microsoft.com/office/drawing/2014/main" id="{0E5EFB22-BFA2-E8F4-9A72-60A050B2561D}"/>
                  </a:ext>
                </a:extLst>
              </p:cNvPr>
              <p:cNvSpPr txBox="1">
                <a:spLocks noRot="1" noChangeAspect="1" noMove="1" noResize="1" noEditPoints="1" noAdjustHandles="1" noChangeArrowheads="1" noChangeShapeType="1" noTextEdit="1"/>
              </p:cNvSpPr>
              <p:nvPr/>
            </p:nvSpPr>
            <p:spPr>
              <a:xfrm>
                <a:off x="1740926" y="3886685"/>
                <a:ext cx="9926299" cy="2308324"/>
              </a:xfrm>
              <a:prstGeom prst="rect">
                <a:avLst/>
              </a:prstGeom>
              <a:blipFill>
                <a:blip r:embed="rId28"/>
                <a:stretch>
                  <a:fillRect l="-553" t="-1323"/>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54824620-3903-7497-9F8B-7BEE30445D0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08609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E98F9-D6FB-6EC8-1F35-EF8F69D2AF91}"/>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4B411356-1F35-D0FF-12F8-BA50050CF611}"/>
              </a:ext>
            </a:extLst>
          </p:cNvPr>
          <p:cNvPicPr>
            <a:picLocks noChangeAspect="1"/>
          </p:cNvPicPr>
          <p:nvPr/>
        </p:nvPicPr>
        <p:blipFill>
          <a:blip r:embed="rId3"/>
          <a:stretch>
            <a:fillRect/>
          </a:stretch>
        </p:blipFill>
        <p:spPr>
          <a:xfrm>
            <a:off x="690036" y="2731154"/>
            <a:ext cx="10257660" cy="2920778"/>
          </a:xfrm>
          <a:prstGeom prst="rect">
            <a:avLst/>
          </a:prstGeom>
        </p:spPr>
      </p:pic>
      <p:sp>
        <p:nvSpPr>
          <p:cNvPr id="4" name="Rectangle: Rounded Corners 3">
            <a:extLst>
              <a:ext uri="{FF2B5EF4-FFF2-40B4-BE49-F238E27FC236}">
                <a16:creationId xmlns:a16="http://schemas.microsoft.com/office/drawing/2014/main" id="{8E6CDA0E-90AE-1EEC-753C-86689E1345C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ECEBC58-2DE9-0674-6414-34E6371217E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896CAF7-D329-1EB3-A0F2-D60BB99BE2B5}"/>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6E2FB9A-6DB5-7DA7-B0B9-6AF109100290}"/>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99649086-54D8-FD74-7FBC-61CF521E3DB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7280D70-A93F-A84A-C6F0-1E25D78CE3B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E93429C-8538-C3B4-1F86-B3599CBB0DD9}"/>
              </a:ext>
            </a:extLst>
          </p:cNvPr>
          <p:cNvCxnSpPr>
            <a:cxnSpLocks/>
            <a:stCxn id="6" idx="3"/>
            <a:endCxn id="7" idx="1"/>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7761134-5419-A990-7D69-671BC1D1C2CD}"/>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887BB3B-5C70-4680-DDE7-4A009FE04C95}"/>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B887BB3B-5C70-4680-DDE7-4A009FE04C95}"/>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4"/>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6A03821-8F67-88DB-6C12-BAB1C3DC2072}"/>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26A03821-8F67-88DB-6C12-BAB1C3DC2072}"/>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5"/>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FFF6112-61D2-0260-0BB8-89ADC232895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2763560-9DFA-8D9D-3181-AF9282263282}"/>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2763560-9DFA-8D9D-3181-AF9282263282}"/>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6"/>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D5BCE4F-7E17-233C-2265-2719BC32E3F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D5BCE4F-7E17-233C-2265-2719BC32E3F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7"/>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517DFFE-2D02-E7C3-0C75-B9882037AD4C}"/>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52BA45B4-075C-4BD6-789A-8A693730C7CA}"/>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52BA45B4-075C-4BD6-789A-8A693730C7CA}"/>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8"/>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E15E43FA-A33B-0963-C8EE-2E2970ADE656}"/>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73138E3-B990-329C-529C-75DA8650DC2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370345F-A4E5-E895-E477-75D8F6EFE295}"/>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56908A0-F9A6-B11C-E37B-2E6B71479333}"/>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8C0B950-F971-B178-BA0C-732572A2C9DC}"/>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9E93338-F696-DFD3-2C2A-214C3CFF0E6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85CAE39-BD6C-22ED-F3E6-BA446980A997}"/>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6C7EF72-377E-C77E-161F-D31C61EC6E10}"/>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002A5E1-BE74-56C7-DD11-707EB2DAB53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002A5E1-BE74-56C7-DD11-707EB2DAB53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9"/>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CADAD56-59FE-A0B4-3B59-A4D69C2C9D3D}"/>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D85C384-8DAD-A4AF-120A-7AC7E0282A26}"/>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5CEFE3DE-B830-684A-59F5-ED8A3D38362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A8C41A2-D308-BB1E-F9E0-7E632682585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4A8C41A2-D308-BB1E-F9E0-7E632682585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10"/>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CEE0DC7-7DBD-71EB-9775-ADD1B0F4D209}"/>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C668131A-7C0A-EA83-5A58-2382E989D68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C668131A-7C0A-EA83-5A58-2382E989D68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1"/>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1CEA55-9048-E4F7-D767-4284A1FCDE00}"/>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846AB35-E3ED-293F-5424-B35F5F743EB1}"/>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846AB35-E3ED-293F-5424-B35F5F743EB1}"/>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2"/>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7E0C86-A191-9B48-E47B-3A5209CF52A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4EF6617-B572-736C-81AC-0E688298E2D0}"/>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EB42FDB-519B-FF3F-FDEC-597A5214CE3C}"/>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E868E51B-076D-D285-33B2-F2B2FFD970C8}"/>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D66DA287-DB8B-83B2-77D6-C2ECAC3FB4D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286E2AB-D247-4BAA-9430-BD85ECF37C7C}"/>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286E2AB-D247-4BAA-9430-BD85ECF37C7C}"/>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E45D6A39-D6BC-13D5-2A6F-ACA343197046}"/>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E45D6A39-D6BC-13D5-2A6F-ACA343197046}"/>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4"/>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F508523-4E4A-2853-D4C1-FBE30CA54865}"/>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F508523-4E4A-2853-D4C1-FBE30CA54865}"/>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5"/>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5DC3F7A-B2CE-E0F4-9612-24A225E2BED5}"/>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E4B7810C-1BBB-5BA4-F7F9-93A54EEB521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E4B7810C-1BBB-5BA4-F7F9-93A54EEB521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6"/>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9C4407A-E016-F33C-7B79-D42EB5654F39}"/>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C4915A3-5E0E-C1AE-413B-51D32505EB4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C4915A3-5E0E-C1AE-413B-51D32505EB4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AB40C9B8-43D2-51DE-DF03-364B749A34F7}"/>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AB40C9B8-43D2-51DE-DF03-364B749A34F7}"/>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3B68174D-AE08-77CE-E379-AA6C4B891BA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7DE47138-7B0A-7302-9317-6038882CA99F}"/>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08C42C60-2C26-766B-FDA3-5BDB34D31E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E952E244-D099-94E2-54F4-DD1B13BBFC7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4F88F41-B14C-EFAD-86D9-CF66B82DA881}"/>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F4F88F41-B14C-EFAD-86D9-CF66B82DA881}"/>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8F25378-2ACE-8B0E-05DB-C94AF4211CFC}"/>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8F25378-2ACE-8B0E-05DB-C94AF4211CFC}"/>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4205CC0-15E6-781D-47B8-536B03ABA45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24205CC0-15E6-781D-47B8-536B03ABA45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CF0836F-F71E-AB68-414F-7FC9A063F8BD}"/>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CF0836F-F71E-AB68-414F-7FC9A063F8BD}"/>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83FEB6A-5E3F-233E-3EF8-BDC25EF80E3B}"/>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589C1F-6FC3-ED04-B533-43C4ACE6B765}"/>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7747CF0-5A4E-41B2-81C0-4CCD5858292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7747CF0-5A4E-41B2-81C0-4CCD5858292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BDE0034-363A-78F5-94B5-0164EE1A474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F3E379B-2C05-662B-02AC-716DE00F0B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69BDA89-5B6C-DF24-0E5A-76741EF46F8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F12B8CC-6AF0-2E87-63D5-8AEEED367F8E}"/>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EA69F42-7AA8-BFED-FEE7-C38F0D52BBF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EA69F42-7AA8-BFED-FEE7-C38F0D52BBF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EBE5B9D-7B10-5EF2-E28B-DADF4CC503E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EBE5B9D-7B10-5EF2-E28B-DADF4CC503E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A9D8D02-7D30-634C-887E-B32B76C23D3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FA9D8D02-7D30-634C-887E-B32B76C23D3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5968D23-F03F-7657-5DA3-0B94800EA0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F5968D23-F03F-7657-5DA3-0B94800EA0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1B07F49-B74F-2C9B-4E2B-F483C400096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71B07F49-B74F-2C9B-4E2B-F483C400096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0DDEEC0-2468-28D9-65F9-7243824C396A}"/>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B09A5DB-3525-B04F-B2A2-84112050636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AE23398-2508-8EBF-801C-D7A5AD53B56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cxnSp>
        <p:nvCxnSpPr>
          <p:cNvPr id="12" name="Straight Connector 11">
            <a:extLst>
              <a:ext uri="{FF2B5EF4-FFF2-40B4-BE49-F238E27FC236}">
                <a16:creationId xmlns:a16="http://schemas.microsoft.com/office/drawing/2014/main" id="{BA139222-A79D-8AC0-F416-154E9FF70D3A}"/>
              </a:ext>
            </a:extLst>
          </p:cNvPr>
          <p:cNvCxnSpPr>
            <a:cxnSpLocks/>
          </p:cNvCxnSpPr>
          <p:nvPr/>
        </p:nvCxnSpPr>
        <p:spPr>
          <a:xfrm>
            <a:off x="926512" y="425429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3" name="Straight Connector 12">
            <a:extLst>
              <a:ext uri="{FF2B5EF4-FFF2-40B4-BE49-F238E27FC236}">
                <a16:creationId xmlns:a16="http://schemas.microsoft.com/office/drawing/2014/main" id="{A6AB5C0C-31C5-A0CB-AA68-133F785DA8B2}"/>
              </a:ext>
            </a:extLst>
          </p:cNvPr>
          <p:cNvCxnSpPr>
            <a:cxnSpLocks/>
          </p:cNvCxnSpPr>
          <p:nvPr/>
        </p:nvCxnSpPr>
        <p:spPr>
          <a:xfrm>
            <a:off x="982369" y="466508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4" name="Straight Connector 13">
            <a:extLst>
              <a:ext uri="{FF2B5EF4-FFF2-40B4-BE49-F238E27FC236}">
                <a16:creationId xmlns:a16="http://schemas.microsoft.com/office/drawing/2014/main" id="{D5EBC3D7-9113-8E7B-10C0-694D0BC6B151}"/>
              </a:ext>
            </a:extLst>
          </p:cNvPr>
          <p:cNvCxnSpPr>
            <a:cxnSpLocks/>
          </p:cNvCxnSpPr>
          <p:nvPr/>
        </p:nvCxnSpPr>
        <p:spPr>
          <a:xfrm>
            <a:off x="971257" y="5118986"/>
            <a:ext cx="8035270" cy="1"/>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6152046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075F1-6F2B-C271-5218-3A24CAC55373}"/>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A2B8DE97-4DFC-1619-209F-DDE8358C9AC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03D43F6-8B26-EBC0-F65D-E2F470982ABE}"/>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203D43F6-8B26-EBC0-F65D-E2F470982ABE}"/>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2B91846-EF10-737C-28E5-3BCD41CAC7A6}"/>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F2B91846-EF10-737C-28E5-3BCD41CAC7A6}"/>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8CA280C-5F97-720F-E1AD-51F55C2D609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A3943DE-359D-341C-9270-9B48F6F9C3CF}"/>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A3943DE-359D-341C-9270-9B48F6F9C3CF}"/>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BB5A498-4D4C-AFF8-0506-50A4705FCEC1}"/>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BB5A498-4D4C-AFF8-0506-50A4705FCEC1}"/>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62240E5-54FF-AF77-3D87-91A99AF1A96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01F22C6-B14E-0691-5EDD-417920E9F88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01F22C6-B14E-0691-5EDD-417920E9F88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2102DD6-8FFC-EA09-F7C4-25F2317AB4B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BD7F84C-FC72-14DD-3C50-E3353D333DC6}"/>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7CE6B52-2978-C0A5-DF7B-48ECE0C0AFB2}"/>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B6AF884-D636-57B3-3E96-198F0E41AB1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80E3086-7728-0AD8-4051-BE16F4D35E9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DD0EFF2-B2FC-3223-EFF7-718F07E3C3B7}"/>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B1E40764-F04A-7BC6-7A15-A1C8792C898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60583960-9B12-42BB-BECD-AF48E35D2740}"/>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BCAB064-03F8-9DAC-144C-1887DC9BB13E}"/>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BCAB064-03F8-9DAC-144C-1887DC9BB13E}"/>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2B82788-7021-9ED4-740F-ADF0F5ABD15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D6758F4-6C66-CE40-152D-A4B0D82A5A0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66D160F-80B0-B453-DCE3-BED41998410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0D2070F-495E-F43A-8B25-B71D63ED4387}"/>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80D2070F-495E-F43A-8B25-B71D63ED4387}"/>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CBAA750-33C1-2AAD-FDE5-69B24596E15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BB920D68-3DE4-12FA-EA6E-8D9F92ED9E69}"/>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BB920D68-3DE4-12FA-EA6E-8D9F92ED9E69}"/>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416D890-6D19-21AB-9880-92B7DDCE71F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A4FE3D6A-C669-9CB9-A199-6E4535AC503C}"/>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A4FE3D6A-C669-9CB9-A199-6E4535AC503C}"/>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F58BD4E8-B80D-AFAB-A83D-36D1502217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56EB90F-BD38-BBC6-32E6-3A0453785D3F}"/>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92EB5EA-2172-121C-765C-DBA09436D15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E4AA81F-DCE0-8678-821D-596356A85DB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330D9AB-03D9-F3FC-8AD9-5DD05EB2F84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25A0D66-711F-58C9-0BEA-C274A0A3D8BB}"/>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225A0D66-711F-58C9-0BEA-C274A0A3D8BB}"/>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2C63ABD-4497-6CF0-24C1-582C01FE8D9F}"/>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2C63ABD-4497-6CF0-24C1-582C01FE8D9F}"/>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16BEC33-19A7-A0EB-B0C9-D5FCCE406A2E}"/>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16BEC33-19A7-A0EB-B0C9-D5FCCE406A2E}"/>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15635AA-E5E2-9EC3-31D2-F0D04CF8BE9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DF1AC25E-7D53-F1C8-3DEC-A107F38C2436}"/>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DF1AC25E-7D53-F1C8-3DEC-A107F38C2436}"/>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8210FA0-90FE-59D0-D0F9-91A07F0EAC0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4FFFAA75-A02D-6CFF-02BF-7D0EA2EE7F79}"/>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4FFFAA75-A02D-6CFF-02BF-7D0EA2EE7F79}"/>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6BAA8B-501E-4A67-2706-56061AD47811}"/>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6BAA8B-501E-4A67-2706-56061AD47811}"/>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F7D422D5-1505-C24F-2EE9-C42EE99881C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8E529039-4FFB-9DDB-CA2C-921419ACCF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AFF9D0B5-6CBC-3C26-B1BD-30D4566E4F7A}"/>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4E39E4D-62ED-ED49-8E9D-5B445F5268C2}"/>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93F961C-76B8-B79A-C95F-0417C4435175}"/>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93F961C-76B8-B79A-C95F-0417C4435175}"/>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FF2D730-23AF-778B-2FBB-F8FCB1502B50}"/>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FF2D730-23AF-778B-2FBB-F8FCB1502B50}"/>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7D776BE-BBC6-A4DC-2E56-FBD901F903A1}"/>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7D776BE-BBC6-A4DC-2E56-FBD901F903A1}"/>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9FBAC14-78C0-1CEB-25E1-1A58E75299DA}"/>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9FBAC14-78C0-1CEB-25E1-1A58E75299DA}"/>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E85160C-0145-B817-398A-50A535CB756B}"/>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11A6E86-33C7-3AA5-C0F8-A6F9DA20E668}"/>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C3CE3F6-F3DB-F3E3-DF8F-22E2692ABB07}"/>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C3CE3F6-F3DB-F3E3-DF8F-22E2692ABB07}"/>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F279D8E-942F-BBB7-6A40-CE8E4E68334D}"/>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DD18DE1-7449-0682-2279-DBCBA1B61D6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38617E-AAD8-8391-FB6D-78DE8CDE57EA}"/>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18AFA0D-36B7-F4CD-FA7F-71E244FA9723}"/>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6B90E67-E582-D1EA-B8B0-A3D731AD4E4A}"/>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6B90E67-E582-D1EA-B8B0-A3D731AD4E4A}"/>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DE972A2-A459-56AE-C6E7-B330A5DE01D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ADE972A2-A459-56AE-C6E7-B330A5DE01D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C8D598C4-E9B5-53E0-EA51-287C808741F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C8D598C4-E9B5-53E0-EA51-287C808741F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A1C1013-44FA-19EC-EF81-0E1651BC1801}"/>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A1C1013-44FA-19EC-EF81-0E1651BC1801}"/>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5F609B5-B680-F7BE-6638-33F263BA8729}"/>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55F609B5-B680-F7BE-6638-33F263BA8729}"/>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03A5129-B2D2-9E71-C818-8939C4455FF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B0A76D0-EFEF-6282-75C9-D790FA6415C7}"/>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36D89BD-D561-5D69-9911-7EFF66A738BC}"/>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3C28241B-34BC-0042-3BBD-ED08F6B9F35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E37ABBEB-8D98-7FD3-DA51-74555C3F40A0}"/>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9AE0AC6-9471-9023-E135-F98C1C8D572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FF63473A-D7D0-937F-88D9-AEDE5D64EE6E}"/>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8E4DC078-7DDE-D450-5FEE-BD05AFB4491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E4FE57D8-5FFD-DC87-423C-1CB28806C39A}"/>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26A7B728-78E8-CA1F-F2AB-9CFD9FDFBF9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pic>
        <p:nvPicPr>
          <p:cNvPr id="5" name="Graphic 4">
            <a:extLst>
              <a:ext uri="{FF2B5EF4-FFF2-40B4-BE49-F238E27FC236}">
                <a16:creationId xmlns:a16="http://schemas.microsoft.com/office/drawing/2014/main" id="{957539AD-C9C5-DA07-9D4C-59A93F85CCFD}"/>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10961" y="2818480"/>
            <a:ext cx="12192000" cy="2694540"/>
          </a:xfrm>
          <a:prstGeom prst="rect">
            <a:avLst/>
          </a:prstGeom>
        </p:spPr>
      </p:pic>
      <p:sp>
        <p:nvSpPr>
          <p:cNvPr id="6" name="Rectangle: Rounded Corners 5">
            <a:extLst>
              <a:ext uri="{FF2B5EF4-FFF2-40B4-BE49-F238E27FC236}">
                <a16:creationId xmlns:a16="http://schemas.microsoft.com/office/drawing/2014/main" id="{683CBED0-6546-A7D4-B9C6-8880FEC4FA9D}"/>
              </a:ext>
            </a:extLst>
          </p:cNvPr>
          <p:cNvSpPr/>
          <p:nvPr/>
        </p:nvSpPr>
        <p:spPr>
          <a:xfrm>
            <a:off x="4619626" y="4423988"/>
            <a:ext cx="3002196"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Rounded Corners 2">
            <a:extLst>
              <a:ext uri="{FF2B5EF4-FFF2-40B4-BE49-F238E27FC236}">
                <a16:creationId xmlns:a16="http://schemas.microsoft.com/office/drawing/2014/main" id="{051B793D-E2CE-9CA9-360C-32ED370582E9}"/>
              </a:ext>
            </a:extLst>
          </p:cNvPr>
          <p:cNvSpPr/>
          <p:nvPr/>
        </p:nvSpPr>
        <p:spPr>
          <a:xfrm>
            <a:off x="412670" y="4423988"/>
            <a:ext cx="180698"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2BE0EDA-A1B3-9350-BD80-02AFB1AE1275}"/>
              </a:ext>
            </a:extLst>
          </p:cNvPr>
          <p:cNvCxnSpPr/>
          <p:nvPr/>
        </p:nvCxnSpPr>
        <p:spPr>
          <a:xfrm flipV="1">
            <a:off x="6224154" y="5353050"/>
            <a:ext cx="0" cy="495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131110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84311-7D72-7CEC-DE32-B0836DAE304F}"/>
            </a:ext>
          </a:extLst>
        </p:cNvPr>
        <p:cNvGrpSpPr/>
        <p:nvPr/>
      </p:nvGrpSpPr>
      <p:grpSpPr>
        <a:xfrm>
          <a:off x="0" y="0"/>
          <a:ext cx="0" cy="0"/>
          <a:chOff x="0" y="0"/>
          <a:chExt cx="0" cy="0"/>
        </a:xfrm>
      </p:grpSpPr>
      <p:pic>
        <p:nvPicPr>
          <p:cNvPr id="5" name="Graphic 4">
            <a:extLst>
              <a:ext uri="{FF2B5EF4-FFF2-40B4-BE49-F238E27FC236}">
                <a16:creationId xmlns:a16="http://schemas.microsoft.com/office/drawing/2014/main" id="{1A8339C3-C32D-A626-513D-DA3FA324E29C}"/>
              </a:ext>
            </a:extLst>
          </p:cNvPr>
          <p:cNvPicPr>
            <a:picLocks noChangeAspect="1"/>
          </p:cNvPicPr>
          <p:nvPr/>
        </p:nvPicPr>
        <p:blipFill>
          <a:blip>
            <a:extLst>
              <a:ext uri="{96DAC541-7B7A-43D3-8B79-37D633B846F1}">
                <asvg:svgBlip xmlns:asvg="http://schemas.microsoft.com/office/drawing/2016/SVG/main" r:embed="rId3"/>
              </a:ext>
            </a:extLst>
          </a:blip>
          <a:srcRect t="4276"/>
          <a:stretch>
            <a:fillRect/>
          </a:stretch>
        </p:blipFill>
        <p:spPr>
          <a:xfrm>
            <a:off x="0" y="0"/>
            <a:ext cx="12192000" cy="2579320"/>
          </a:xfrm>
          <a:prstGeom prst="rect">
            <a:avLst/>
          </a:prstGeom>
        </p:spPr>
      </p:pic>
      <p:sp>
        <p:nvSpPr>
          <p:cNvPr id="6" name="Rectangle: Rounded Corners 5">
            <a:extLst>
              <a:ext uri="{FF2B5EF4-FFF2-40B4-BE49-F238E27FC236}">
                <a16:creationId xmlns:a16="http://schemas.microsoft.com/office/drawing/2014/main" id="{7C920273-0DE7-8CC7-E986-B91362D6AE9D}"/>
              </a:ext>
            </a:extLst>
          </p:cNvPr>
          <p:cNvSpPr/>
          <p:nvPr/>
        </p:nvSpPr>
        <p:spPr>
          <a:xfrm>
            <a:off x="4608665" y="1490288"/>
            <a:ext cx="3002196"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Rounded Corners 2">
            <a:extLst>
              <a:ext uri="{FF2B5EF4-FFF2-40B4-BE49-F238E27FC236}">
                <a16:creationId xmlns:a16="http://schemas.microsoft.com/office/drawing/2014/main" id="{D8298EE2-BCC7-A79C-028B-E08DA95EF074}"/>
              </a:ext>
            </a:extLst>
          </p:cNvPr>
          <p:cNvSpPr/>
          <p:nvPr/>
        </p:nvSpPr>
        <p:spPr>
          <a:xfrm>
            <a:off x="401709" y="1490288"/>
            <a:ext cx="180698"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D91E3443-3F1E-9804-64AD-7C0B6552DC06}"/>
              </a:ext>
            </a:extLst>
          </p:cNvPr>
          <p:cNvGrpSpPr>
            <a:grpSpLocks noChangeAspect="1"/>
          </p:cNvGrpSpPr>
          <p:nvPr/>
        </p:nvGrpSpPr>
        <p:grpSpPr>
          <a:xfrm>
            <a:off x="20837" y="2917962"/>
            <a:ext cx="4075058" cy="3278663"/>
            <a:chOff x="2489892" y="1709674"/>
            <a:chExt cx="6397265" cy="5147037"/>
          </a:xfrm>
        </p:grpSpPr>
        <p:pic>
          <p:nvPicPr>
            <p:cNvPr id="4" name="Picture 3">
              <a:extLst>
                <a:ext uri="{FF2B5EF4-FFF2-40B4-BE49-F238E27FC236}">
                  <a16:creationId xmlns:a16="http://schemas.microsoft.com/office/drawing/2014/main" id="{24A86FE6-820C-27CD-810D-F18DB38073BF}"/>
                </a:ext>
              </a:extLst>
            </p:cNvPr>
            <p:cNvPicPr>
              <a:picLocks noChangeAspect="1"/>
            </p:cNvPicPr>
            <p:nvPr/>
          </p:nvPicPr>
          <p:blipFill>
            <a:blip r:embed="rId4"/>
            <a:stretch>
              <a:fillRect/>
            </a:stretch>
          </p:blipFill>
          <p:spPr>
            <a:xfrm>
              <a:off x="2489892" y="2079007"/>
              <a:ext cx="6397265" cy="4777704"/>
            </a:xfrm>
            <a:prstGeom prst="rect">
              <a:avLst/>
            </a:prstGeom>
          </p:spPr>
        </p:pic>
        <p:sp>
          <p:nvSpPr>
            <p:cNvPr id="9" name="TextBox 8">
              <a:extLst>
                <a:ext uri="{FF2B5EF4-FFF2-40B4-BE49-F238E27FC236}">
                  <a16:creationId xmlns:a16="http://schemas.microsoft.com/office/drawing/2014/main" id="{654DD31E-ACB0-3B97-BC11-F9FD143EEB9E}"/>
                </a:ext>
              </a:extLst>
            </p:cNvPr>
            <p:cNvSpPr txBox="1"/>
            <p:nvPr/>
          </p:nvSpPr>
          <p:spPr>
            <a:xfrm>
              <a:off x="2798273" y="1709674"/>
              <a:ext cx="862736" cy="369333"/>
            </a:xfrm>
            <a:prstGeom prst="rect">
              <a:avLst/>
            </a:prstGeom>
            <a:noFill/>
          </p:spPr>
          <p:txBody>
            <a:bodyPr wrap="none" rtlCol="0">
              <a:spAutoFit/>
            </a:bodyPr>
            <a:lstStyle/>
            <a:p>
              <a:r>
                <a:rPr lang="en-US" dirty="0"/>
                <a:t>Motif 1</a:t>
              </a:r>
            </a:p>
          </p:txBody>
        </p:sp>
        <p:sp>
          <p:nvSpPr>
            <p:cNvPr id="12" name="Rectangle: Rounded Corners 11">
              <a:extLst>
                <a:ext uri="{FF2B5EF4-FFF2-40B4-BE49-F238E27FC236}">
                  <a16:creationId xmlns:a16="http://schemas.microsoft.com/office/drawing/2014/main" id="{65ECDBA6-848A-2482-4874-B5483AA3DEEA}"/>
                </a:ext>
              </a:extLst>
            </p:cNvPr>
            <p:cNvSpPr/>
            <p:nvPr/>
          </p:nvSpPr>
          <p:spPr>
            <a:xfrm>
              <a:off x="7715000" y="3541731"/>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CFAC1835-53CD-9BF7-8F03-EDE329F6BE4C}"/>
                </a:ext>
              </a:extLst>
            </p:cNvPr>
            <p:cNvSpPr/>
            <p:nvPr/>
          </p:nvSpPr>
          <p:spPr>
            <a:xfrm>
              <a:off x="6559643" y="3553459"/>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Rounded Corners 21">
              <a:extLst>
                <a:ext uri="{FF2B5EF4-FFF2-40B4-BE49-F238E27FC236}">
                  <a16:creationId xmlns:a16="http://schemas.microsoft.com/office/drawing/2014/main" id="{00C0BE7E-11AE-A606-17BC-39099360567F}"/>
                </a:ext>
              </a:extLst>
            </p:cNvPr>
            <p:cNvSpPr/>
            <p:nvPr/>
          </p:nvSpPr>
          <p:spPr>
            <a:xfrm>
              <a:off x="4801641" y="34179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0D67C01A-1D57-3199-BBBD-ED7F82F13E33}"/>
                    </a:ext>
                  </a:extLst>
                </p:cNvPr>
                <p:cNvSpPr txBox="1"/>
                <p:nvPr/>
              </p:nvSpPr>
              <p:spPr>
                <a:xfrm>
                  <a:off x="4624372" y="2998793"/>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24" name="TextBox 23">
                  <a:extLst>
                    <a:ext uri="{FF2B5EF4-FFF2-40B4-BE49-F238E27FC236}">
                      <a16:creationId xmlns:a16="http://schemas.microsoft.com/office/drawing/2014/main" id="{0D67C01A-1D57-3199-BBBD-ED7F82F13E33}"/>
                    </a:ext>
                  </a:extLst>
                </p:cNvPr>
                <p:cNvSpPr txBox="1">
                  <a:spLocks noRot="1" noChangeAspect="1" noMove="1" noResize="1" noEditPoints="1" noAdjustHandles="1" noChangeArrowheads="1" noChangeShapeType="1" noTextEdit="1"/>
                </p:cNvSpPr>
                <p:nvPr/>
              </p:nvSpPr>
              <p:spPr>
                <a:xfrm>
                  <a:off x="4624372" y="2998793"/>
                  <a:ext cx="352041" cy="369332"/>
                </a:xfrm>
                <a:prstGeom prst="rect">
                  <a:avLst/>
                </a:prstGeom>
                <a:blipFill>
                  <a:blip r:embed="rId5"/>
                  <a:stretch>
                    <a:fillRect r="-110811" b="-5641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65B4F64D-292B-EFF7-F1E3-B8CB03E9B594}"/>
                    </a:ext>
                  </a:extLst>
                </p:cNvPr>
                <p:cNvSpPr txBox="1"/>
                <p:nvPr/>
              </p:nvSpPr>
              <p:spPr>
                <a:xfrm>
                  <a:off x="7514224" y="3170740"/>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26" name="TextBox 25">
                  <a:extLst>
                    <a:ext uri="{FF2B5EF4-FFF2-40B4-BE49-F238E27FC236}">
                      <a16:creationId xmlns:a16="http://schemas.microsoft.com/office/drawing/2014/main" id="{65B4F64D-292B-EFF7-F1E3-B8CB03E9B594}"/>
                    </a:ext>
                  </a:extLst>
                </p:cNvPr>
                <p:cNvSpPr txBox="1">
                  <a:spLocks noRot="1" noChangeAspect="1" noMove="1" noResize="1" noEditPoints="1" noAdjustHandles="1" noChangeArrowheads="1" noChangeShapeType="1" noTextEdit="1"/>
                </p:cNvSpPr>
                <p:nvPr/>
              </p:nvSpPr>
              <p:spPr>
                <a:xfrm>
                  <a:off x="7514224" y="3170740"/>
                  <a:ext cx="352041" cy="369332"/>
                </a:xfrm>
                <a:prstGeom prst="rect">
                  <a:avLst/>
                </a:prstGeom>
                <a:blipFill>
                  <a:blip r:embed="rId6"/>
                  <a:stretch>
                    <a:fillRect r="-105405" b="-53846"/>
                  </a:stretch>
                </a:blipFill>
              </p:spPr>
              <p:txBody>
                <a:bodyPr/>
                <a:lstStyle/>
                <a:p>
                  <a:r>
                    <a:rPr lang="en-US">
                      <a:noFill/>
                    </a:rPr>
                    <a:t> </a:t>
                  </a:r>
                </a:p>
              </p:txBody>
            </p:sp>
          </mc:Fallback>
        </mc:AlternateContent>
      </p:grpSp>
      <p:grpSp>
        <p:nvGrpSpPr>
          <p:cNvPr id="65" name="Group 64">
            <a:extLst>
              <a:ext uri="{FF2B5EF4-FFF2-40B4-BE49-F238E27FC236}">
                <a16:creationId xmlns:a16="http://schemas.microsoft.com/office/drawing/2014/main" id="{103819EF-D845-78EC-BFD8-A90D8A13D76C}"/>
              </a:ext>
            </a:extLst>
          </p:cNvPr>
          <p:cNvGrpSpPr>
            <a:grpSpLocks noChangeAspect="1"/>
          </p:cNvGrpSpPr>
          <p:nvPr/>
        </p:nvGrpSpPr>
        <p:grpSpPr>
          <a:xfrm>
            <a:off x="4150980" y="2917962"/>
            <a:ext cx="4045002" cy="3237196"/>
            <a:chOff x="3007265" y="1707082"/>
            <a:chExt cx="6427754" cy="5144098"/>
          </a:xfrm>
        </p:grpSpPr>
        <p:pic>
          <p:nvPicPr>
            <p:cNvPr id="29" name="Picture 28">
              <a:extLst>
                <a:ext uri="{FF2B5EF4-FFF2-40B4-BE49-F238E27FC236}">
                  <a16:creationId xmlns:a16="http://schemas.microsoft.com/office/drawing/2014/main" id="{8E6D7EEA-05E9-6F2F-9AFC-711512979D1D}"/>
                </a:ext>
              </a:extLst>
            </p:cNvPr>
            <p:cNvPicPr>
              <a:picLocks noChangeAspect="1"/>
            </p:cNvPicPr>
            <p:nvPr/>
          </p:nvPicPr>
          <p:blipFill>
            <a:blip r:embed="rId7"/>
            <a:stretch>
              <a:fillRect/>
            </a:stretch>
          </p:blipFill>
          <p:spPr>
            <a:xfrm>
              <a:off x="3059127" y="2089438"/>
              <a:ext cx="6375892" cy="4761742"/>
            </a:xfrm>
            <a:prstGeom prst="rect">
              <a:avLst/>
            </a:prstGeom>
          </p:spPr>
        </p:pic>
        <p:sp>
          <p:nvSpPr>
            <p:cNvPr id="51" name="TextBox 50">
              <a:extLst>
                <a:ext uri="{FF2B5EF4-FFF2-40B4-BE49-F238E27FC236}">
                  <a16:creationId xmlns:a16="http://schemas.microsoft.com/office/drawing/2014/main" id="{C63F6868-E380-730A-2C04-4554AC4B71C3}"/>
                </a:ext>
              </a:extLst>
            </p:cNvPr>
            <p:cNvSpPr txBox="1"/>
            <p:nvPr/>
          </p:nvSpPr>
          <p:spPr>
            <a:xfrm>
              <a:off x="3007265" y="1707082"/>
              <a:ext cx="986166" cy="369332"/>
            </a:xfrm>
            <a:prstGeom prst="rect">
              <a:avLst/>
            </a:prstGeom>
            <a:noFill/>
          </p:spPr>
          <p:txBody>
            <a:bodyPr wrap="none" rtlCol="0">
              <a:spAutoFit/>
            </a:bodyPr>
            <a:lstStyle/>
            <a:p>
              <a:r>
                <a:rPr lang="en-US" dirty="0"/>
                <a:t>Motif 30</a:t>
              </a:r>
            </a:p>
          </p:txBody>
        </p:sp>
        <p:sp>
          <p:nvSpPr>
            <p:cNvPr id="53" name="Rectangle: Rounded Corners 52">
              <a:extLst>
                <a:ext uri="{FF2B5EF4-FFF2-40B4-BE49-F238E27FC236}">
                  <a16:creationId xmlns:a16="http://schemas.microsoft.com/office/drawing/2014/main" id="{8405BE18-AB9D-CB9F-2799-73A9D19D3423}"/>
                </a:ext>
              </a:extLst>
            </p:cNvPr>
            <p:cNvSpPr/>
            <p:nvPr/>
          </p:nvSpPr>
          <p:spPr>
            <a:xfrm>
              <a:off x="7695950" y="3817597"/>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Rounded Corners 54">
              <a:extLst>
                <a:ext uri="{FF2B5EF4-FFF2-40B4-BE49-F238E27FC236}">
                  <a16:creationId xmlns:a16="http://schemas.microsoft.com/office/drawing/2014/main" id="{5D00DF1C-113F-49D4-A471-3872DFB3C13A}"/>
                </a:ext>
              </a:extLst>
            </p:cNvPr>
            <p:cNvSpPr/>
            <p:nvPr/>
          </p:nvSpPr>
          <p:spPr>
            <a:xfrm>
              <a:off x="5954929" y="38751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Rectangle: Rounded Corners 56">
              <a:extLst>
                <a:ext uri="{FF2B5EF4-FFF2-40B4-BE49-F238E27FC236}">
                  <a16:creationId xmlns:a16="http://schemas.microsoft.com/office/drawing/2014/main" id="{882671AA-63EA-4706-55E9-25B1B56FF383}"/>
                </a:ext>
              </a:extLst>
            </p:cNvPr>
            <p:cNvSpPr/>
            <p:nvPr/>
          </p:nvSpPr>
          <p:spPr>
            <a:xfrm>
              <a:off x="5363679" y="3609975"/>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59" name="TextBox 58">
                  <a:extLst>
                    <a:ext uri="{FF2B5EF4-FFF2-40B4-BE49-F238E27FC236}">
                      <a16:creationId xmlns:a16="http://schemas.microsoft.com/office/drawing/2014/main" id="{77C0AFEF-9787-9E96-4193-9D0E45868EFC}"/>
                    </a:ext>
                  </a:extLst>
                </p:cNvPr>
                <p:cNvSpPr txBox="1"/>
                <p:nvPr/>
              </p:nvSpPr>
              <p:spPr>
                <a:xfrm>
                  <a:off x="7499419" y="3198327"/>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59" name="TextBox 58">
                  <a:extLst>
                    <a:ext uri="{FF2B5EF4-FFF2-40B4-BE49-F238E27FC236}">
                      <a16:creationId xmlns:a16="http://schemas.microsoft.com/office/drawing/2014/main" id="{77C0AFEF-9787-9E96-4193-9D0E45868EFC}"/>
                    </a:ext>
                  </a:extLst>
                </p:cNvPr>
                <p:cNvSpPr txBox="1">
                  <a:spLocks noRot="1" noChangeAspect="1" noMove="1" noResize="1" noEditPoints="1" noAdjustHandles="1" noChangeArrowheads="1" noChangeShapeType="1" noTextEdit="1"/>
                </p:cNvSpPr>
                <p:nvPr/>
              </p:nvSpPr>
              <p:spPr>
                <a:xfrm>
                  <a:off x="7499419" y="3198327"/>
                  <a:ext cx="352041" cy="369332"/>
                </a:xfrm>
                <a:prstGeom prst="rect">
                  <a:avLst/>
                </a:prstGeom>
                <a:blipFill>
                  <a:blip r:embed="rId8"/>
                  <a:stretch>
                    <a:fillRect r="-116667" b="-5789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2" name="TextBox 61">
                  <a:extLst>
                    <a:ext uri="{FF2B5EF4-FFF2-40B4-BE49-F238E27FC236}">
                      <a16:creationId xmlns:a16="http://schemas.microsoft.com/office/drawing/2014/main" id="{36D2DAFD-D365-1DA5-AFB2-03D7AAA18BB0}"/>
                    </a:ext>
                  </a:extLst>
                </p:cNvPr>
                <p:cNvSpPr txBox="1"/>
                <p:nvPr/>
              </p:nvSpPr>
              <p:spPr>
                <a:xfrm>
                  <a:off x="5032715" y="3021171"/>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62" name="TextBox 61">
                  <a:extLst>
                    <a:ext uri="{FF2B5EF4-FFF2-40B4-BE49-F238E27FC236}">
                      <a16:creationId xmlns:a16="http://schemas.microsoft.com/office/drawing/2014/main" id="{36D2DAFD-D365-1DA5-AFB2-03D7AAA18BB0}"/>
                    </a:ext>
                  </a:extLst>
                </p:cNvPr>
                <p:cNvSpPr txBox="1">
                  <a:spLocks noRot="1" noChangeAspect="1" noMove="1" noResize="1" noEditPoints="1" noAdjustHandles="1" noChangeArrowheads="1" noChangeShapeType="1" noTextEdit="1"/>
                </p:cNvSpPr>
                <p:nvPr/>
              </p:nvSpPr>
              <p:spPr>
                <a:xfrm>
                  <a:off x="5032715" y="3021171"/>
                  <a:ext cx="352041" cy="369332"/>
                </a:xfrm>
                <a:prstGeom prst="rect">
                  <a:avLst/>
                </a:prstGeom>
                <a:blipFill>
                  <a:blip r:embed="rId9"/>
                  <a:stretch>
                    <a:fillRect r="-111111" b="-5789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4" name="TextBox 63">
                  <a:extLst>
                    <a:ext uri="{FF2B5EF4-FFF2-40B4-BE49-F238E27FC236}">
                      <a16:creationId xmlns:a16="http://schemas.microsoft.com/office/drawing/2014/main" id="{BB2F4B95-AC9D-288E-D9D5-0AB3AB5493FD}"/>
                    </a:ext>
                  </a:extLst>
                </p:cNvPr>
                <p:cNvSpPr txBox="1"/>
                <p:nvPr/>
              </p:nvSpPr>
              <p:spPr>
                <a:xfrm>
                  <a:off x="5878177" y="3167784"/>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p:sp>
              <p:nvSpPr>
                <p:cNvPr id="64" name="TextBox 63">
                  <a:extLst>
                    <a:ext uri="{FF2B5EF4-FFF2-40B4-BE49-F238E27FC236}">
                      <a16:creationId xmlns:a16="http://schemas.microsoft.com/office/drawing/2014/main" id="{BB2F4B95-AC9D-288E-D9D5-0AB3AB5493FD}"/>
                    </a:ext>
                  </a:extLst>
                </p:cNvPr>
                <p:cNvSpPr txBox="1">
                  <a:spLocks noRot="1" noChangeAspect="1" noMove="1" noResize="1" noEditPoints="1" noAdjustHandles="1" noChangeArrowheads="1" noChangeShapeType="1" noTextEdit="1"/>
                </p:cNvSpPr>
                <p:nvPr/>
              </p:nvSpPr>
              <p:spPr>
                <a:xfrm>
                  <a:off x="5878177" y="3167784"/>
                  <a:ext cx="352041" cy="369332"/>
                </a:xfrm>
                <a:prstGeom prst="rect">
                  <a:avLst/>
                </a:prstGeom>
                <a:blipFill>
                  <a:blip r:embed="rId10"/>
                  <a:stretch>
                    <a:fillRect r="-108108" b="-53846"/>
                  </a:stretch>
                </a:blipFill>
              </p:spPr>
              <p:txBody>
                <a:bodyPr/>
                <a:lstStyle/>
                <a:p>
                  <a:r>
                    <a:rPr lang="en-US">
                      <a:noFill/>
                    </a:rPr>
                    <a:t> </a:t>
                  </a:r>
                </a:p>
              </p:txBody>
            </p:sp>
          </mc:Fallback>
        </mc:AlternateContent>
      </p:grpSp>
      <p:grpSp>
        <p:nvGrpSpPr>
          <p:cNvPr id="122" name="Group 121">
            <a:extLst>
              <a:ext uri="{FF2B5EF4-FFF2-40B4-BE49-F238E27FC236}">
                <a16:creationId xmlns:a16="http://schemas.microsoft.com/office/drawing/2014/main" id="{41DEAFCF-E7E2-25DA-F43D-761610DEA408}"/>
              </a:ext>
            </a:extLst>
          </p:cNvPr>
          <p:cNvGrpSpPr>
            <a:grpSpLocks noChangeAspect="1"/>
          </p:cNvGrpSpPr>
          <p:nvPr/>
        </p:nvGrpSpPr>
        <p:grpSpPr>
          <a:xfrm>
            <a:off x="8305975" y="2956854"/>
            <a:ext cx="3871371" cy="3113444"/>
            <a:chOff x="688916" y="1366346"/>
            <a:chExt cx="6519715" cy="5243306"/>
          </a:xfrm>
        </p:grpSpPr>
        <p:pic>
          <p:nvPicPr>
            <p:cNvPr id="68" name="Picture 67">
              <a:extLst>
                <a:ext uri="{FF2B5EF4-FFF2-40B4-BE49-F238E27FC236}">
                  <a16:creationId xmlns:a16="http://schemas.microsoft.com/office/drawing/2014/main" id="{E44B0ADF-E284-09EE-8E6B-7B6408CC832C}"/>
                </a:ext>
              </a:extLst>
            </p:cNvPr>
            <p:cNvPicPr>
              <a:picLocks noChangeAspect="1"/>
            </p:cNvPicPr>
            <p:nvPr/>
          </p:nvPicPr>
          <p:blipFill>
            <a:blip r:embed="rId11"/>
            <a:stretch>
              <a:fillRect/>
            </a:stretch>
          </p:blipFill>
          <p:spPr>
            <a:xfrm>
              <a:off x="688916" y="1740498"/>
              <a:ext cx="6519715" cy="4869154"/>
            </a:xfrm>
            <a:prstGeom prst="rect">
              <a:avLst/>
            </a:prstGeom>
          </p:spPr>
        </p:pic>
        <p:sp>
          <p:nvSpPr>
            <p:cNvPr id="105" name="TextBox 104">
              <a:extLst>
                <a:ext uri="{FF2B5EF4-FFF2-40B4-BE49-F238E27FC236}">
                  <a16:creationId xmlns:a16="http://schemas.microsoft.com/office/drawing/2014/main" id="{602E7AA0-1FD4-F509-9E5B-6C9853F096D0}"/>
                </a:ext>
              </a:extLst>
            </p:cNvPr>
            <p:cNvSpPr txBox="1"/>
            <p:nvPr/>
          </p:nvSpPr>
          <p:spPr>
            <a:xfrm>
              <a:off x="957895" y="1366346"/>
              <a:ext cx="986168" cy="369332"/>
            </a:xfrm>
            <a:prstGeom prst="rect">
              <a:avLst/>
            </a:prstGeom>
            <a:noFill/>
          </p:spPr>
          <p:txBody>
            <a:bodyPr wrap="none" rtlCol="0">
              <a:spAutoFit/>
            </a:bodyPr>
            <a:lstStyle/>
            <a:p>
              <a:r>
                <a:rPr lang="en-US" dirty="0"/>
                <a:t>Motif 52</a:t>
              </a:r>
            </a:p>
          </p:txBody>
        </p:sp>
        <p:sp>
          <p:nvSpPr>
            <p:cNvPr id="107" name="Rectangle: Rounded Corners 106">
              <a:extLst>
                <a:ext uri="{FF2B5EF4-FFF2-40B4-BE49-F238E27FC236}">
                  <a16:creationId xmlns:a16="http://schemas.microsoft.com/office/drawing/2014/main" id="{4E7405A0-0A9A-4876-5FC0-32571A6D3E65}"/>
                </a:ext>
              </a:extLst>
            </p:cNvPr>
            <p:cNvSpPr/>
            <p:nvPr/>
          </p:nvSpPr>
          <p:spPr>
            <a:xfrm>
              <a:off x="5994514" y="3519249"/>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Rounded Corners 109">
              <a:extLst>
                <a:ext uri="{FF2B5EF4-FFF2-40B4-BE49-F238E27FC236}">
                  <a16:creationId xmlns:a16="http://schemas.microsoft.com/office/drawing/2014/main" id="{6B7F35E2-0A17-7D5A-8262-D14144AA54B5}"/>
                </a:ext>
              </a:extLst>
            </p:cNvPr>
            <p:cNvSpPr/>
            <p:nvPr/>
          </p:nvSpPr>
          <p:spPr>
            <a:xfrm>
              <a:off x="6625724" y="3287581"/>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 name="Rectangle: Rounded Corners 113">
              <a:extLst>
                <a:ext uri="{FF2B5EF4-FFF2-40B4-BE49-F238E27FC236}">
                  <a16:creationId xmlns:a16="http://schemas.microsoft.com/office/drawing/2014/main" id="{B27CF20E-6695-816F-8C4C-6FC335A26164}"/>
                </a:ext>
              </a:extLst>
            </p:cNvPr>
            <p:cNvSpPr/>
            <p:nvPr/>
          </p:nvSpPr>
          <p:spPr>
            <a:xfrm>
              <a:off x="4816756" y="3374096"/>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17" name="TextBox 116">
                  <a:extLst>
                    <a:ext uri="{FF2B5EF4-FFF2-40B4-BE49-F238E27FC236}">
                      <a16:creationId xmlns:a16="http://schemas.microsoft.com/office/drawing/2014/main" id="{7CD30870-5518-12D7-425F-3E3BE4F8CDDB}"/>
                    </a:ext>
                  </a:extLst>
                </p:cNvPr>
                <p:cNvSpPr txBox="1"/>
                <p:nvPr/>
              </p:nvSpPr>
              <p:spPr>
                <a:xfrm>
                  <a:off x="5714776" y="2909460"/>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117" name="TextBox 116">
                  <a:extLst>
                    <a:ext uri="{FF2B5EF4-FFF2-40B4-BE49-F238E27FC236}">
                      <a16:creationId xmlns:a16="http://schemas.microsoft.com/office/drawing/2014/main" id="{7CD30870-5518-12D7-425F-3E3BE4F8CDDB}"/>
                    </a:ext>
                  </a:extLst>
                </p:cNvPr>
                <p:cNvSpPr txBox="1">
                  <a:spLocks noRot="1" noChangeAspect="1" noMove="1" noResize="1" noEditPoints="1" noAdjustHandles="1" noChangeArrowheads="1" noChangeShapeType="1" noTextEdit="1"/>
                </p:cNvSpPr>
                <p:nvPr/>
              </p:nvSpPr>
              <p:spPr>
                <a:xfrm>
                  <a:off x="5714776" y="2909460"/>
                  <a:ext cx="352041" cy="369332"/>
                </a:xfrm>
                <a:prstGeom prst="rect">
                  <a:avLst/>
                </a:prstGeom>
                <a:blipFill>
                  <a:blip r:embed="rId12"/>
                  <a:stretch>
                    <a:fillRect r="-129412" b="-694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9" name="TextBox 118">
                  <a:extLst>
                    <a:ext uri="{FF2B5EF4-FFF2-40B4-BE49-F238E27FC236}">
                      <a16:creationId xmlns:a16="http://schemas.microsoft.com/office/drawing/2014/main" id="{5E1A72FE-461B-FF54-63E5-7F09F8B15762}"/>
                    </a:ext>
                  </a:extLst>
                </p:cNvPr>
                <p:cNvSpPr txBox="1"/>
                <p:nvPr/>
              </p:nvSpPr>
              <p:spPr>
                <a:xfrm>
                  <a:off x="4488806" y="2774614"/>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119" name="TextBox 118">
                  <a:extLst>
                    <a:ext uri="{FF2B5EF4-FFF2-40B4-BE49-F238E27FC236}">
                      <a16:creationId xmlns:a16="http://schemas.microsoft.com/office/drawing/2014/main" id="{5E1A72FE-461B-FF54-63E5-7F09F8B15762}"/>
                    </a:ext>
                  </a:extLst>
                </p:cNvPr>
                <p:cNvSpPr txBox="1">
                  <a:spLocks noRot="1" noChangeAspect="1" noMove="1" noResize="1" noEditPoints="1" noAdjustHandles="1" noChangeArrowheads="1" noChangeShapeType="1" noTextEdit="1"/>
                </p:cNvSpPr>
                <p:nvPr/>
              </p:nvSpPr>
              <p:spPr>
                <a:xfrm>
                  <a:off x="4488806" y="2774614"/>
                  <a:ext cx="352041" cy="369332"/>
                </a:xfrm>
                <a:prstGeom prst="rect">
                  <a:avLst/>
                </a:prstGeom>
                <a:blipFill>
                  <a:blip r:embed="rId13"/>
                  <a:stretch>
                    <a:fillRect r="-120588" b="-6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1" name="TextBox 120">
                  <a:extLst>
                    <a:ext uri="{FF2B5EF4-FFF2-40B4-BE49-F238E27FC236}">
                      <a16:creationId xmlns:a16="http://schemas.microsoft.com/office/drawing/2014/main" id="{AA4486FA-96ED-FD61-4936-880775587D0A}"/>
                    </a:ext>
                  </a:extLst>
                </p:cNvPr>
                <p:cNvSpPr txBox="1"/>
                <p:nvPr/>
              </p:nvSpPr>
              <p:spPr>
                <a:xfrm>
                  <a:off x="6310037" y="2683559"/>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p:sp>
              <p:nvSpPr>
                <p:cNvPr id="121" name="TextBox 120">
                  <a:extLst>
                    <a:ext uri="{FF2B5EF4-FFF2-40B4-BE49-F238E27FC236}">
                      <a16:creationId xmlns:a16="http://schemas.microsoft.com/office/drawing/2014/main" id="{AA4486FA-96ED-FD61-4936-880775587D0A}"/>
                    </a:ext>
                  </a:extLst>
                </p:cNvPr>
                <p:cNvSpPr txBox="1">
                  <a:spLocks noRot="1" noChangeAspect="1" noMove="1" noResize="1" noEditPoints="1" noAdjustHandles="1" noChangeArrowheads="1" noChangeShapeType="1" noTextEdit="1"/>
                </p:cNvSpPr>
                <p:nvPr/>
              </p:nvSpPr>
              <p:spPr>
                <a:xfrm>
                  <a:off x="6310037" y="2683559"/>
                  <a:ext cx="352041" cy="369332"/>
                </a:xfrm>
                <a:prstGeom prst="rect">
                  <a:avLst/>
                </a:prstGeom>
                <a:blipFill>
                  <a:blip r:embed="rId14"/>
                  <a:stretch>
                    <a:fillRect r="-126471" b="-66667"/>
                  </a:stretch>
                </a:blipFill>
              </p:spPr>
              <p:txBody>
                <a:bodyPr/>
                <a:lstStyle/>
                <a:p>
                  <a:r>
                    <a:rPr lang="en-US">
                      <a:noFill/>
                    </a:rPr>
                    <a:t> </a:t>
                  </a:r>
                </a:p>
              </p:txBody>
            </p:sp>
          </mc:Fallback>
        </mc:AlternateContent>
      </p:grpSp>
    </p:spTree>
    <p:extLst>
      <p:ext uri="{BB962C8B-B14F-4D97-AF65-F5344CB8AC3E}">
        <p14:creationId xmlns:p14="http://schemas.microsoft.com/office/powerpoint/2010/main" val="9804235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5CE8-D4AA-005E-DFC2-F5DB17B212C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1C2F535-3B4E-730F-B104-221A0C06766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C54E735-CEA4-DDD9-EC3D-862F8FCC9919}"/>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7C54E735-CEA4-DDD9-EC3D-862F8FCC9919}"/>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B4394077-9FD3-208D-0183-605301FDB061}"/>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B4394077-9FD3-208D-0183-605301FDB061}"/>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0808A0E-0A42-1929-7485-E21A3F57244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D1EAF9E-A38A-3C4C-44A7-D4ED575E4C5D}"/>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D1EAF9E-A38A-3C4C-44A7-D4ED575E4C5D}"/>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9F13884-ACDD-803A-EB46-9C0297CB0D3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9F13884-ACDD-803A-EB46-9C0297CB0D3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F9177DB-FC1E-38C7-69D1-1B4E8A3F29C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FAEFC37-C4C6-594B-289E-38BEB898E8D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7FAEFC37-C4C6-594B-289E-38BEB898E8D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39DE735-545A-3F95-D04A-CF17AC61A95F}"/>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E5C4A2-0E90-7D4C-9740-195C7434DC9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16F6E25-3F79-3385-A9EC-33812A252C76}"/>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6BB0644-88F5-4006-B391-5BB49112E19C}"/>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9BA9AE3-F54F-9671-4CAF-B285BB4F01F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269B511-0DB9-1B34-9A44-B30A1AF8915F}"/>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852938D-AA8D-CF04-6B41-FDD8FA4A201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84A645F-7728-1535-9B95-53F34B9CC74C}"/>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7BD43D8-9291-CDE4-9C8D-4644AA67B132}"/>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7BD43D8-9291-CDE4-9C8D-4644AA67B132}"/>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16B61A-E141-6CAD-DCC4-B1810AC7301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6AFC373F-28BA-916A-275F-1616B280FB4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3BB84E-19DB-7F75-CC26-EC2A5F19372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F8A7F22-39DA-CB8F-663E-1B70E683234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F8A7F22-39DA-CB8F-663E-1B70E683234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8188AC3-5122-637E-18D0-465A21064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0C52464-F380-C532-B7A6-168AEBBC16B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0C52464-F380-C532-B7A6-168AEBBC16B6}"/>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ADD0481-FE0D-DDB4-5F68-E2C4DC90AC0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2EF2726-A0E1-BA47-7328-BE3635FA072B}"/>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2EF2726-A0E1-BA47-7328-BE3635FA072B}"/>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C1EBC6-21D8-D30C-124C-4BF89C1EC0CD}"/>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2D3300F-FB0B-6CA6-74DC-0035F22A6A5B}"/>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8CFA27D-248D-F995-9808-FE76CCABD255}"/>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34258C5-EA98-1B6C-1A89-2D461D23FB1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03A4556-08C3-AD4C-5A3D-21B7153D804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19C2DD89-8301-A02B-3793-7DA48CAE930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19C2DD89-8301-A02B-3793-7DA48CAE930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AA882A3-175F-18D6-7B1E-CA1B2BBC461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AA882A3-175F-18D6-7B1E-CA1B2BBC461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BE2BF90-CA4C-41A3-A8E8-C313EE53B982}"/>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BE2BF90-CA4C-41A3-A8E8-C313EE53B982}"/>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803FB61-8E2C-7960-E938-733532DF0E63}"/>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A41BAFE-39B9-7F77-FE8F-113F9828554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A41BAFE-39B9-7F77-FE8F-113F9828554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2E477514-EC50-98D0-84F9-71D887EB361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37A4A02-30E6-3F83-FCC8-3DE27615AB4C}"/>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37A4A02-30E6-3F83-FCC8-3DE27615AB4C}"/>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88D3030-4229-B2AE-D241-8CB56FA4C44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88D3030-4229-B2AE-D241-8CB56FA4C44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1CCA906-CA51-019A-8EBC-BF92B92ECAB5}"/>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4D6C84F-D66A-9ADC-2701-CDE2226289B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15F7EEA-8F46-7C3D-43D6-4241E983AD19}"/>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5C0DA66-0540-9782-DB6D-8447BFD68228}"/>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60BBC87-395A-652C-3A1B-69AA1E56C7A7}"/>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60BBC87-395A-652C-3A1B-69AA1E56C7A7}"/>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743E4A4-A114-1194-AB85-5B558A1C1686}"/>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743E4A4-A114-1194-AB85-5B558A1C1686}"/>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764B1FE-7FED-B201-E0E8-970EB801F5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B764B1FE-7FED-B201-E0E8-970EB801F5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9BF74BA-111D-E9DD-89CD-8D4BC93A00C1}"/>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F9BF74BA-111D-E9DD-89CD-8D4BC93A00C1}"/>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00922E9-3984-B608-396E-EEB4E9A9430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6818994-A542-CD6B-38A7-49EEF7779C9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AA778DA-1E2D-01CB-9ADF-FB2FFB6DCEF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BAA778DA-1E2D-01CB-9ADF-FB2FFB6DCEF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705916B-C342-E572-361B-38966BB9BC1F}"/>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64A802CF-A4B0-36CE-A30D-6D79AF841CC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C7087B8-3B43-DF7D-B2BC-78FCFBED4AB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6E962756-B804-72BB-BEA6-48F768747710}"/>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A33D5A1-3663-3B68-0823-7FFE6E59137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1A33D5A1-3663-3B68-0823-7FFE6E59137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2E9BD51-AC08-D772-B959-113DE071C492}"/>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2E9BD51-AC08-D772-B959-113DE071C492}"/>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2378998-1C31-B99D-3E8C-58BA123AC03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22378998-1C31-B99D-3E8C-58BA123AC03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41C69B7-A634-51FB-E404-53AC128A02A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141C69B7-A634-51FB-E404-53AC128A02A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A2CF663-3BDA-08FB-2B19-4020A5DEE12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A2CF663-3BDA-08FB-2B19-4020A5DEE12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C7561CD-5F1A-A805-CDE4-E4E0315C594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27A247-F860-4F59-3D98-EF0DECB999E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CC1354D2-FD11-B840-9ED3-A8E545528F5F}"/>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A5F78711-87B7-4BF6-E9D4-F8F53524CE2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DC95306E-4591-7EEF-B6D7-8EAB1ECF664F}"/>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A8E52DF-D81A-9762-6461-A461673D12B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7F2931C-0545-AD43-75E2-B2EE9EB1E2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E787B776-0CFE-B47F-0169-C62B529CBD2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5966B3B-307E-C261-31F4-21037EB44644}"/>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56AC1B1-5288-F081-CECD-30FF8DFF703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1FB39A5B-52A8-0606-8212-67410EE36263}"/>
              </a:ext>
            </a:extLst>
          </p:cNvPr>
          <p:cNvSpPr txBox="1"/>
          <p:nvPr/>
        </p:nvSpPr>
        <p:spPr>
          <a:xfrm>
            <a:off x="70539" y="2520046"/>
            <a:ext cx="862737" cy="369332"/>
          </a:xfrm>
          <a:prstGeom prst="rect">
            <a:avLst/>
          </a:prstGeom>
          <a:noFill/>
        </p:spPr>
        <p:txBody>
          <a:bodyPr wrap="none" rtlCol="0">
            <a:spAutoFit/>
          </a:bodyPr>
          <a:lstStyle/>
          <a:p>
            <a:r>
              <a:rPr lang="en-US" dirty="0"/>
              <a:t>Motif 1</a:t>
            </a:r>
          </a:p>
        </p:txBody>
      </p:sp>
      <p:pic>
        <p:nvPicPr>
          <p:cNvPr id="4" name="Picture 3">
            <a:extLst>
              <a:ext uri="{FF2B5EF4-FFF2-40B4-BE49-F238E27FC236}">
                <a16:creationId xmlns:a16="http://schemas.microsoft.com/office/drawing/2014/main" id="{9F32BD38-1138-291C-DC5F-0CD2A912F74A}"/>
              </a:ext>
            </a:extLst>
          </p:cNvPr>
          <p:cNvPicPr>
            <a:picLocks noChangeAspect="1"/>
          </p:cNvPicPr>
          <p:nvPr/>
        </p:nvPicPr>
        <p:blipFill>
          <a:blip r:embed="rId28"/>
          <a:stretch>
            <a:fillRect/>
          </a:stretch>
        </p:blipFill>
        <p:spPr>
          <a:xfrm>
            <a:off x="933276" y="2508032"/>
            <a:ext cx="6688545" cy="3590901"/>
          </a:xfrm>
          <a:prstGeom prst="rect">
            <a:avLst/>
          </a:prstGeom>
        </p:spPr>
      </p:pic>
    </p:spTree>
    <p:extLst>
      <p:ext uri="{BB962C8B-B14F-4D97-AF65-F5344CB8AC3E}">
        <p14:creationId xmlns:p14="http://schemas.microsoft.com/office/powerpoint/2010/main" val="29015392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29720-0B18-5F0B-A773-ED78CCB00B4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343A0BF-1810-7364-3D98-0294D2069565}"/>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912AF6C-A014-8D13-915E-FE6E5D1521D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912AF6C-A014-8D13-915E-FE6E5D1521D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074B41B-3ED7-1FFD-2567-E69B90F8FB4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8074B41B-3ED7-1FFD-2567-E69B90F8FB4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EDE6596-EBCA-4DBE-FB59-70DD36868899}"/>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FF1BBBB-BFFB-87DE-CBDB-90F50DCA1A4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0FF1BBBB-BFFB-87DE-CBDB-90F50DCA1A4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26A2422-841F-67F5-B6B6-7B71A610FC4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26A2422-841F-67F5-B6B6-7B71A610FC4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6EDDC7F-F4F2-9D2B-C5D3-18BECD96ABA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EC97A76-859E-35F9-EF4C-16A336397C4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EC97A76-859E-35F9-EF4C-16A336397C4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76EFE6-205B-A8BD-BC13-8E2DEE20C33E}"/>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0A92CE93-01C1-0A70-F204-54ED5FFB4CE3}"/>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3649C13-B590-A877-8210-9838BBA9B1B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D0004D-02D0-3910-C80C-2CB3B3CAF9B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94A21DE-6CD9-AB7F-6A00-787B0AC744E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2EDD0AA-2626-2DC5-17E4-C7D41C3C5C83}"/>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0600332-D219-2437-E7EE-E794B7168610}"/>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34FB9ACD-0E38-0ABC-F3CA-10FB7B4A2A9B}"/>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D05F682-D5C5-80F3-026F-A0166A1E2F7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D05F682-D5C5-80F3-026F-A0166A1E2F7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FE416A0-4F7C-6B0A-0AAA-AB5C1A38CB6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D1E639F9-6FFE-A298-1D5E-E24C590FFA27}"/>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91A997F-7AD2-7CA1-6AE3-19A89583705E}"/>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FA540D2-9DFB-3B13-1A1F-18E74C17C88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FA540D2-9DFB-3B13-1A1F-18E74C17C88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6226F2D-B8C3-6CF4-EF73-168FD50CFA50}"/>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1030A4-ADC9-3F29-B78C-E63769BC7FA5}"/>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1030A4-ADC9-3F29-B78C-E63769BC7FA5}"/>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7F9C8FC-3B40-2CDB-B307-90A024B5C32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BB32D3A-4D31-C52F-0B37-50089890CFF4}"/>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9BB32D3A-4D31-C52F-0B37-50089890CFF4}"/>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6E29F78A-B8D6-5D1E-C25A-46D0C2CC10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DE70F-7DFE-0D58-FC9C-0384692AA6A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1E90BAD2-8A78-5874-C03C-65F1B232F38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AC76E6C-6225-3262-5C8B-B63450705137}"/>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8EB8C73-3D0E-ED5A-44F3-D5A10D624EB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8396017-2785-0A81-8190-5D36870170F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8396017-2785-0A81-8190-5D36870170F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FFCC80-7311-553B-113D-2B01AB99C628}"/>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0FFCC80-7311-553B-113D-2B01AB99C628}"/>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007722B-24B2-BDC5-F0FF-A0BBAAD5797D}"/>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007722B-24B2-BDC5-F0FF-A0BBAAD5797D}"/>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430005F-ABDD-DCCC-AE72-6B7DDADC135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8621C98D-7C01-E6DF-F0E7-DCE48D3531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8621C98D-7C01-E6DF-F0E7-DCE48D3531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11B9C46-7A04-390A-2951-35AAC9D0BAB2}"/>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A3D14B75-0FAD-E097-E960-5ADAE059DE5D}"/>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A3D14B75-0FAD-E097-E960-5ADAE059DE5D}"/>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22CF62C-B0EC-8707-6F72-554FC5C4336B}"/>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22CF62C-B0EC-8707-6F72-554FC5C4336B}"/>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B68370D-8D01-BCF2-2431-FFC0499F6EE0}"/>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EBD0340-47EC-ADA8-7445-CD0631D5BC6E}"/>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5622202-F609-2C1A-F516-517A82E058B1}"/>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FB63E43-7EE7-BC79-B36E-14E4FDBF4933}"/>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84997EB-3E76-6EBE-5EAF-E0DD7C089139}"/>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84997EB-3E76-6EBE-5EAF-E0DD7C089139}"/>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90CA432-9E79-083A-5C5A-BAC422D433AD}"/>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90CA432-9E79-083A-5C5A-BAC422D433AD}"/>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932D9772-B285-9955-5E26-5F7D790EB219}"/>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932D9772-B285-9955-5E26-5F7D790EB219}"/>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1FC24E9-40AC-0F50-6C79-CDC40C7AD116}"/>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1FC24E9-40AC-0F50-6C79-CDC40C7AD116}"/>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7F5F14C-A0F1-F44B-866A-4ADA2714D436}"/>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AC63809-5682-FCB1-AEA9-F12490A8C1C6}"/>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84936B6-7E91-7C6C-5093-863F37199D8B}"/>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4936B6-7E91-7C6C-5093-863F37199D8B}"/>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E08CC77-C4F7-D201-3E09-C379186FF4E6}"/>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9A01100-F4D2-5671-1096-7AB9E355F27C}"/>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1F7B628-1CFE-0478-3E3C-0B5CFFAA6739}"/>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DD8ACB9-79A4-DCE0-3427-EEE808DF3491}"/>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79C142-E8D5-86F9-2A03-EFF8BDEF2062}"/>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779C142-E8D5-86F9-2A03-EFF8BDEF2062}"/>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009A5F7-2C31-8836-8FCC-571EC964528F}"/>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009A5F7-2C31-8836-8FCC-571EC964528F}"/>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15EBECB-0459-10CC-CD27-2B8F4CC6EFBF}"/>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D15EBECB-0459-10CC-CD27-2B8F4CC6EFBF}"/>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51E4F124-BE5E-B4B6-4A04-EC6B298BAEF8}"/>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51E4F124-BE5E-B4B6-4A04-EC6B298BAEF8}"/>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B8D59FE-674A-78B2-262C-1CCCED3F43C0}"/>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BB8D59FE-674A-78B2-262C-1CCCED3F43C0}"/>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F227AF4-42EA-C0A5-ACF8-B7112576FFE9}"/>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55F38F38-39E6-25C5-8C42-4C168622CFE9}"/>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E996812-DCA4-E3BC-1A2D-D7D71329D232}"/>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78964D99-5FD0-98EB-A7A0-2E566B506D06}"/>
              </a:ext>
            </a:extLst>
          </p:cNvPr>
          <p:cNvGraphicFramePr>
            <a:graphicFrameLocks noGrp="1"/>
          </p:cNvGraphicFramePr>
          <p:nvPr>
            <p:extLst>
              <p:ext uri="{D42A27DB-BD31-4B8C-83A1-F6EECF244321}">
                <p14:modId xmlns:p14="http://schemas.microsoft.com/office/powerpoint/2010/main" val="2970292479"/>
              </p:ext>
            </p:extLst>
          </p:nvPr>
        </p:nvGraphicFramePr>
        <p:xfrm>
          <a:off x="278688" y="2802843"/>
          <a:ext cx="11215655" cy="3200400"/>
        </p:xfrm>
        <a:graphic>
          <a:graphicData uri="http://schemas.openxmlformats.org/drawingml/2006/table">
            <a:tbl>
              <a:tblPr firstRow="1" bandRow="1">
                <a:tableStyleId>{C4B1156A-380E-4F78-BDF5-A606A8083BF9}</a:tableStyleId>
              </a:tblPr>
              <a:tblGrid>
                <a:gridCol w="2226216">
                  <a:extLst>
                    <a:ext uri="{9D8B030D-6E8A-4147-A177-3AD203B41FA5}">
                      <a16:colId xmlns:a16="http://schemas.microsoft.com/office/drawing/2014/main" val="2247704463"/>
                    </a:ext>
                  </a:extLst>
                </a:gridCol>
                <a:gridCol w="7335078">
                  <a:extLst>
                    <a:ext uri="{9D8B030D-6E8A-4147-A177-3AD203B41FA5}">
                      <a16:colId xmlns:a16="http://schemas.microsoft.com/office/drawing/2014/main" val="1120151498"/>
                    </a:ext>
                  </a:extLst>
                </a:gridCol>
                <a:gridCol w="1654361">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Reaction</a:t>
                      </a:r>
                    </a:p>
                  </a:txBody>
                  <a:tcPr/>
                </a:tc>
                <a:tc>
                  <a:txBody>
                    <a:bodyPr/>
                    <a:lstStyle/>
                    <a:p>
                      <a:r>
                        <a:rPr lang="en-US" sz="1200" b="1" dirty="0"/>
                        <a:t>Genes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pt-BR" sz="1200" b="0" dirty="0"/>
                        <a:t>H + C6H11NO3 + C5H8NO4(m_c) + C21H26N7O17P3  -&gt;  H2O + C11H19N2O6 + C21H25N7O17P3(m_Df)</a:t>
                      </a:r>
                      <a:endParaRPr lang="en-US" sz="1200" b="0" dirty="0"/>
                    </a:p>
                  </a:txBody>
                  <a:tcPr/>
                </a:tc>
                <a:tc>
                  <a:txBody>
                    <a:bodyPr/>
                    <a:lstStyle/>
                    <a:p>
                      <a:r>
                        <a:rPr lang="en-US" sz="1200" b="0" dirty="0"/>
                        <a:t>YNR050C</a:t>
                      </a:r>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pt-BR" sz="1200" dirty="0"/>
                        <a:t>YLR174W + C5H8NO4(m_c)  -&gt;  C4H6NO4(m_Ds) + C5H8NO4</a:t>
                      </a:r>
                      <a:endParaRPr lang="en-US" sz="1200" dirty="0"/>
                    </a:p>
                  </a:txBody>
                  <a:tcPr/>
                </a:tc>
                <a:tc>
                  <a:txBody>
                    <a:bodyPr/>
                    <a:lstStyle/>
                    <a:p>
                      <a:r>
                        <a:rPr lang="en-US" sz="1200" dirty="0"/>
                        <a:t>YPR021C</a:t>
                      </a:r>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pt-BR" sz="1200" dirty="0"/>
                        <a:t>YLR027C+ C21H25N7O17P3(m_Df)  -&gt;  C5H4O5(m_d) + CO2 + C21H26N7O17P3</a:t>
                      </a:r>
                      <a:endParaRPr lang="en-US" sz="1200" dirty="0"/>
                    </a:p>
                  </a:txBody>
                  <a:tcPr/>
                </a:tc>
                <a:tc>
                  <a:txBody>
                    <a:bodyPr/>
                    <a:lstStyle/>
                    <a:p>
                      <a:r>
                        <a:rPr lang="en-US" sz="1200" dirty="0"/>
                        <a:t>YBR166C</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pt-BR" sz="1200" dirty="0"/>
                        <a:t>C5H4O5(m_d) + C4H6NO4(m_Ds)  -&gt;  C5H8NO4(m_c) + C4H2O5</a:t>
                      </a:r>
                      <a:endParaRPr lang="en-US" sz="1200" dirty="0"/>
                    </a:p>
                  </a:txBody>
                  <a:tcPr/>
                </a:tc>
                <a:tc>
                  <a:txBody>
                    <a:bodyPr/>
                    <a:lstStyle/>
                    <a:p>
                      <a:r>
                        <a:rPr lang="en-US" sz="1200" dirty="0"/>
                        <a:t>YLR174W</a:t>
                      </a:r>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pt-BR" sz="1200" dirty="0"/>
                        <a:t>C5H4O5(m_d) + C4H9NO2  -&gt;  C5H8NO4(m_c) + C4H5O3</a:t>
                      </a:r>
                      <a:endParaRPr lang="en-US" sz="1200" dirty="0"/>
                    </a:p>
                  </a:txBody>
                  <a:tcPr/>
                </a:tc>
                <a:tc>
                  <a:txBody>
                    <a:bodyPr/>
                    <a:lstStyle/>
                    <a:p>
                      <a:r>
                        <a:rPr lang="en-US" sz="1200" dirty="0"/>
                        <a:t>YGR019W</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pt-BR" sz="1200" dirty="0"/>
                        <a:t>C5H4O5(m_d) + H4N(m_Cs) + H + C21H26N7O17P3  -&gt;  H2O + C5H8NO4(m_c) + C21H25N7O17P3(m_Df)</a:t>
                      </a:r>
                      <a:endParaRPr lang="en-US" sz="1200" dirty="0"/>
                    </a:p>
                  </a:txBody>
                  <a:tcPr/>
                </a:tc>
                <a:tc>
                  <a:txBody>
                    <a:bodyPr/>
                    <a:lstStyle/>
                    <a:p>
                      <a:r>
                        <a:rPr lang="en-US" sz="1200" dirty="0"/>
                        <a:t>YAL062W or YOR375C</a:t>
                      </a:r>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pt-BR" sz="1200" dirty="0"/>
                        <a:t>H4N(m_Cs) + C10H12N5O13P3 + C5H8NO4(m_c)  -&gt;  C10H12N5O10P2 + H + C5H10N2O3 + HO4P(m_Nc)</a:t>
                      </a:r>
                      <a:endParaRPr lang="en-US" sz="1200" dirty="0"/>
                    </a:p>
                  </a:txBody>
                  <a:tcPr/>
                </a:tc>
                <a:tc>
                  <a:txBody>
                    <a:bodyPr/>
                    <a:lstStyle/>
                    <a:p>
                      <a:r>
                        <a:rPr lang="en-US" sz="1200" dirty="0"/>
                        <a:t>YPR035W</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pt-BR" sz="1200" dirty="0"/>
                        <a:t>C14H13N6O3 + C10H12N5O13P3 + C5H8NO4(m_c)  -&gt;  C10H12N5O10P2 + C19H19N7O6 + H + HO4P(m_Nc)</a:t>
                      </a:r>
                      <a:endParaRPr lang="en-US" sz="1200" dirty="0"/>
                    </a:p>
                  </a:txBody>
                  <a:tcPr/>
                </a:tc>
                <a:tc>
                  <a:txBody>
                    <a:bodyPr/>
                    <a:lstStyle/>
                    <a:p>
                      <a:r>
                        <a:rPr lang="en-US" sz="1200" dirty="0"/>
                        <a:t>YMR113W</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pt-BR" sz="1200" dirty="0"/>
                        <a:t>C10H12N5O13P3 + C3H7NO2S + C5H8NO4(m_c)  -&gt;  C10H12N5O10P2 + H + C8H13N2O5S + HO4P(m_Nc)</a:t>
                      </a:r>
                      <a:endParaRPr lang="en-US" sz="1200" dirty="0"/>
                    </a:p>
                  </a:txBody>
                  <a:tcPr/>
                </a:tc>
                <a:tc>
                  <a:txBody>
                    <a:bodyPr/>
                    <a:lstStyle/>
                    <a:p>
                      <a:r>
                        <a:rPr lang="en-US" sz="1200" dirty="0"/>
                        <a:t>YJL101C</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pt-BR" sz="1200" dirty="0"/>
                        <a:t> C11H15N5O3S + HO4P(m_Nc)  -&gt;  C5H5N5 + C6H11O7PS</a:t>
                      </a:r>
                      <a:endParaRPr lang="en-US" sz="1200" dirty="0"/>
                    </a:p>
                  </a:txBody>
                  <a:tcPr/>
                </a:tc>
                <a:tc>
                  <a:txBody>
                    <a:bodyPr/>
                    <a:lstStyle/>
                    <a:p>
                      <a:r>
                        <a:rPr lang="en-US" sz="1200" dirty="0"/>
                        <a:t>YLR017W</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E6600D5E-30AA-3804-8902-E725F09807D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DF5439E-55BF-3957-539C-E80AC9C6CF5E}"/>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2F8DCFF1-BD57-F6FC-3124-9739B4C039D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AAB181B-37B1-AABA-121B-50A9C04617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F247BD7E-32CC-C617-0C4A-909F3E5CF0C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63F0AC7A-753A-D19A-D3E9-31EA911AB41B}"/>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4D1F4E8-E168-216B-572E-1C2AA9DF679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CCDFCFB-871B-7E9D-0E6E-D427EBB4F96A}"/>
              </a:ext>
            </a:extLst>
          </p:cNvPr>
          <p:cNvSpPr txBox="1"/>
          <p:nvPr/>
        </p:nvSpPr>
        <p:spPr>
          <a:xfrm>
            <a:off x="0" y="2472501"/>
            <a:ext cx="862737" cy="369332"/>
          </a:xfrm>
          <a:prstGeom prst="rect">
            <a:avLst/>
          </a:prstGeom>
          <a:noFill/>
        </p:spPr>
        <p:txBody>
          <a:bodyPr wrap="none" rtlCol="0">
            <a:spAutoFit/>
          </a:bodyPr>
          <a:lstStyle/>
          <a:p>
            <a:r>
              <a:rPr lang="en-US" dirty="0"/>
              <a:t>Motif 1</a:t>
            </a:r>
          </a:p>
        </p:txBody>
      </p:sp>
    </p:spTree>
    <p:extLst>
      <p:ext uri="{BB962C8B-B14F-4D97-AF65-F5344CB8AC3E}">
        <p14:creationId xmlns:p14="http://schemas.microsoft.com/office/powerpoint/2010/main" val="26829717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1ECED-81B0-6F1A-430E-964B03B347D2}"/>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39F2DE9D-CE99-2018-1ACF-93EF351B1B2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749092CB-2DB6-D6FC-C0C7-5BEBE2F02A07}"/>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749092CB-2DB6-D6FC-C0C7-5BEBE2F02A07}"/>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07248A6C-34AF-E16E-EF52-6C3D9012FBF6}"/>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07248A6C-34AF-E16E-EF52-6C3D9012FBF6}"/>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D30BFCC9-3B35-8E82-F251-6975AB202C42}"/>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52FED4C7-9E10-B113-58BC-D0008057DD40}"/>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52FED4C7-9E10-B113-58BC-D0008057DD40}"/>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CF3CF220-B5A5-99F1-6CE1-F6990EBCFD9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CF3CF220-B5A5-99F1-6CE1-F6990EBCFD9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A37B836-32B3-1F47-EC1E-A21F7BF30597}"/>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81B7716E-0E93-5651-DBB6-2034A7890CAC}"/>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81B7716E-0E93-5651-DBB6-2034A7890CAC}"/>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1144AB5-B305-FC68-9525-3705E7AB31C6}"/>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15B18E90-31A3-668A-3D2D-2A98FB60B8B5}"/>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318B090-CA98-34AA-8241-21AD35020A5B}"/>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99D68985-8500-CE93-502D-B6F6C9AB418E}"/>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DC3DB3F-F4D8-B2DD-D2EC-2476CC29AD42}"/>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BB4E5F4-FB2F-0DBA-34D1-667CBD4FC005}"/>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B139D9DF-FF5B-B410-2AD7-F14B2EE4B737}"/>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D1C8414-CCB3-88CB-AE2F-8EA0D9D2D7EF}"/>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BD7FB1BE-6385-49D2-86A8-10AFC8510DCB}"/>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BD7FB1BE-6385-49D2-86A8-10AFC8510DCB}"/>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F7E35BE-1F5F-8EF5-B19B-C44A42FAE4D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5463AC09-730C-1C5C-DFEA-AE57A6AADCF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D27AA13-15C1-3E23-E63F-3BC1837E58F7}"/>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986179F0-E4FF-BF32-7D8F-8B342A31EBBF}"/>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986179F0-E4FF-BF32-7D8F-8B342A31EBBF}"/>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F88C630-52D9-7EBE-A26E-8A420C1F3973}"/>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4E9304F7-F360-5EE0-8D56-CF33FE194414}"/>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4E9304F7-F360-5EE0-8D56-CF33FE194414}"/>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00D2528-AD00-A776-2DD6-6B6ECF2FA67F}"/>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92860CDE-8231-8428-2D01-4713FD12D50A}"/>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92860CDE-8231-8428-2D01-4713FD12D50A}"/>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2C722CD-2ED1-55A6-B78C-3E3DBBCBF8FA}"/>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A4B81BC1-A3E2-5E46-165D-AECDEAAB0EC9}"/>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26DA7BF5-3DC8-A2F7-7025-EC6FBFBE936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4020059-3B60-6E0C-0CD4-69913C64191F}"/>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6D0A58D-C874-E01E-67F1-64664291BDF4}"/>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9135965E-D7CF-94C4-3D79-9FF22CDF8FFF}"/>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9135965E-D7CF-94C4-3D79-9FF22CDF8FFF}"/>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2A6F224E-6080-0367-ACB1-82DD97614112}"/>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2A6F224E-6080-0367-ACB1-82DD97614112}"/>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87D0987D-B640-C7BF-5276-AAFC8A43E75A}"/>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87D0987D-B640-C7BF-5276-AAFC8A43E75A}"/>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1E4500D-51A5-7A60-A392-F89DC2A02297}"/>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5EC8E080-8C61-FBD0-995A-D6823D196F05}"/>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5EC8E080-8C61-FBD0-995A-D6823D196F05}"/>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42CCD3E-800E-FD8E-7A3D-B9F663AFFC5F}"/>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BD3390C9-2603-78C2-B412-BB5EC45C210D}"/>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BD3390C9-2603-78C2-B412-BB5EC45C210D}"/>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57B05F7F-7EC2-EFA9-B326-96A1CD2BA2A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57B05F7F-7EC2-EFA9-B326-96A1CD2BA2A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54FD3BB-923C-F9B9-F0AA-ABA546CEE7EA}"/>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9BFB627-A72A-1099-C7B0-5DCA0C8BFE85}"/>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281A265-FE00-7FFA-1298-6A90E8F84476}"/>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9225977E-9B6F-C2CB-3FE4-4A784EDA4F73}"/>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B1536DB4-9452-CB59-1AFE-5F7E1B834CBC}"/>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B1536DB4-9452-CB59-1AFE-5F7E1B834CBC}"/>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B8506022-CEB3-D4A8-A869-7EC4E4265C54}"/>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B8506022-CEB3-D4A8-A869-7EC4E4265C54}"/>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16BE0954-341D-ACFA-466A-7F27DFC52116}"/>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16BE0954-341D-ACFA-466A-7F27DFC52116}"/>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FAE1B653-C87E-90C1-A4E0-69B67F16C00D}"/>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FAE1B653-C87E-90C1-A4E0-69B67F16C00D}"/>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0D5F0B6-2BB9-62B0-A7B9-50CE52AD0422}"/>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DFCB1A-362A-8BAD-0120-37DFD937AF08}"/>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36F4FBC1-ADCE-394B-8CB8-33E410CF846F}"/>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36F4FBC1-ADCE-394B-8CB8-33E410CF846F}"/>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18FD279-9B9E-8DDC-8DCB-BF63754E6F3B}"/>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FBBAFAF0-9212-4A1B-1CE7-6CA2737117C7}"/>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FE630482-8057-E892-3B41-88BBE302C6EB}"/>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BFA90D38-ECA3-A603-712B-988EAA2A540F}"/>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438B3414-4F91-03B3-80C9-8B491614FC89}"/>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438B3414-4F91-03B3-80C9-8B491614FC89}"/>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3BAD6DED-550A-664B-0732-3198CA80CB17}"/>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3BAD6DED-550A-664B-0732-3198CA80CB17}"/>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375297D4-0ABB-9329-220F-0EF797FDE653}"/>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375297D4-0ABB-9329-220F-0EF797FDE653}"/>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9E7B2E8-DA7B-9B44-0292-A57775A36248}"/>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9E7B2E8-DA7B-9B44-0292-A57775A36248}"/>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CF66F788-9233-8182-0546-DC4A84BE0DF1}"/>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CF66F788-9233-8182-0546-DC4A84BE0DF1}"/>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BBF66C3-511C-8563-5A5D-441EA70CEAA8}"/>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E842744-2807-C0F7-9DDA-E80AE5124BD7}"/>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143FBDD-B725-0443-6A24-70D6F35D1B5C}"/>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D25CB7E9-1983-4A42-12DC-5DCA71912564}"/>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537D544B-C692-D512-9F24-CA79F26038D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69DFBFD5-7498-7584-99D3-025968A9B701}"/>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6D0D7D3-059D-8A96-5D0F-8FB4F4F38F08}"/>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4F193728-100A-0408-E9AF-F4E596430100}"/>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34712CC-6922-6146-6ACE-3222374742E3}"/>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ACFCDC36-BDED-D4D0-1B43-BB0B6E3C378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51C5A97-2E88-BF17-44BF-92172A209112}"/>
              </a:ext>
            </a:extLst>
          </p:cNvPr>
          <p:cNvSpPr txBox="1"/>
          <p:nvPr/>
        </p:nvSpPr>
        <p:spPr>
          <a:xfrm>
            <a:off x="0" y="2472501"/>
            <a:ext cx="862737" cy="369332"/>
          </a:xfrm>
          <a:prstGeom prst="rect">
            <a:avLst/>
          </a:prstGeom>
          <a:noFill/>
        </p:spPr>
        <p:txBody>
          <a:bodyPr wrap="none" rtlCol="0">
            <a:spAutoFit/>
          </a:bodyPr>
          <a:lstStyle/>
          <a:p>
            <a:r>
              <a:rPr lang="en-US" dirty="0"/>
              <a:t>Motif 1</a:t>
            </a:r>
          </a:p>
        </p:txBody>
      </p:sp>
      <p:graphicFrame>
        <p:nvGraphicFramePr>
          <p:cNvPr id="5" name="Table 4">
            <a:extLst>
              <a:ext uri="{FF2B5EF4-FFF2-40B4-BE49-F238E27FC236}">
                <a16:creationId xmlns:a16="http://schemas.microsoft.com/office/drawing/2014/main" id="{46DAD0F0-232F-1974-1648-EFAB17CB3BC7}"/>
              </a:ext>
            </a:extLst>
          </p:cNvPr>
          <p:cNvGraphicFramePr>
            <a:graphicFrameLocks noGrp="1"/>
          </p:cNvGraphicFramePr>
          <p:nvPr>
            <p:extLst>
              <p:ext uri="{D42A27DB-BD31-4B8C-83A1-F6EECF244321}">
                <p14:modId xmlns:p14="http://schemas.microsoft.com/office/powerpoint/2010/main" val="1684356953"/>
              </p:ext>
            </p:extLst>
          </p:nvPr>
        </p:nvGraphicFramePr>
        <p:xfrm>
          <a:off x="1093915" y="2797411"/>
          <a:ext cx="10078911" cy="3017520"/>
        </p:xfrm>
        <a:graphic>
          <a:graphicData uri="http://schemas.openxmlformats.org/drawingml/2006/table">
            <a:tbl>
              <a:tblPr firstRow="1" bandRow="1">
                <a:tableStyleId>{C4B1156A-380E-4F78-BDF5-A606A8083BF9}</a:tableStyleId>
              </a:tblPr>
              <a:tblGrid>
                <a:gridCol w="3386139">
                  <a:extLst>
                    <a:ext uri="{9D8B030D-6E8A-4147-A177-3AD203B41FA5}">
                      <a16:colId xmlns:a16="http://schemas.microsoft.com/office/drawing/2014/main" val="2247704463"/>
                    </a:ext>
                  </a:extLst>
                </a:gridCol>
                <a:gridCol w="2586223">
                  <a:extLst>
                    <a:ext uri="{9D8B030D-6E8A-4147-A177-3AD203B41FA5}">
                      <a16:colId xmlns:a16="http://schemas.microsoft.com/office/drawing/2014/main" val="1120151498"/>
                    </a:ext>
                  </a:extLst>
                </a:gridCol>
                <a:gridCol w="3026827">
                  <a:extLst>
                    <a:ext uri="{9D8B030D-6E8A-4147-A177-3AD203B41FA5}">
                      <a16:colId xmlns:a16="http://schemas.microsoft.com/office/drawing/2014/main" val="1328058479"/>
                    </a:ext>
                  </a:extLst>
                </a:gridCol>
                <a:gridCol w="107972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t>YPR021C</a:t>
                      </a:r>
                    </a:p>
                  </a:txBody>
                  <a:tcPr/>
                </a:tc>
                <a:tc>
                  <a:txBody>
                    <a:bodyPr/>
                    <a:lstStyle/>
                    <a:p>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1YAA</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AF-P17649-F1-model_v6.pdb (AlphaFold</a:t>
                      </a:r>
                      <a:r>
                        <a:rPr lang="en-US" sz="1200" dirty="0"/>
                        <a:t>)</a:t>
                      </a:r>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AF-P39708-F1-model_v6.pdb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r>
                        <a:rPr lang="en-US" sz="1200" dirty="0">
                          <a:hlinkClick r:id="rId35"/>
                        </a:rPr>
                        <a:t>AF-Q12676-F1-model_v6.pdb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6"/>
                        </a:rPr>
                        <a:t>3IG5 3IG8 3LVW</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YLR017W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7"/>
                        </a:rPr>
                        <a:t>AF-Q07938-F1-model_v6.pdb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Tree>
    <p:extLst>
      <p:ext uri="{BB962C8B-B14F-4D97-AF65-F5344CB8AC3E}">
        <p14:creationId xmlns:p14="http://schemas.microsoft.com/office/powerpoint/2010/main" val="20544880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AB873-4EB4-6BEA-CF88-C39EABAA37A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1B636C2-77E5-22D3-1266-906797BFCDBA}"/>
              </a:ext>
            </a:extLst>
          </p:cNvPr>
          <p:cNvPicPr>
            <a:picLocks noChangeAspect="1"/>
          </p:cNvPicPr>
          <p:nvPr/>
        </p:nvPicPr>
        <p:blipFill>
          <a:blip r:embed="rId3"/>
          <a:stretch>
            <a:fillRect/>
          </a:stretch>
        </p:blipFill>
        <p:spPr>
          <a:xfrm>
            <a:off x="2489892" y="2079007"/>
            <a:ext cx="6397265" cy="4777704"/>
          </a:xfrm>
          <a:prstGeom prst="rect">
            <a:avLst/>
          </a:prstGeom>
        </p:spPr>
      </p:pic>
      <p:grpSp>
        <p:nvGrpSpPr>
          <p:cNvPr id="6" name="Group 5">
            <a:extLst>
              <a:ext uri="{FF2B5EF4-FFF2-40B4-BE49-F238E27FC236}">
                <a16:creationId xmlns:a16="http://schemas.microsoft.com/office/drawing/2014/main" id="{B864749D-E437-E399-E2C9-A0B6C34CAEEE}"/>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21DE4E9C-6FE6-45BC-9541-D56EFEE36BB8}"/>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81D64299-4C10-2108-727E-D73856E7E842}"/>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p:sp>
              <p:nvSpPr>
                <p:cNvPr id="70" name="TextBox 69">
                  <a:extLst>
                    <a:ext uri="{FF2B5EF4-FFF2-40B4-BE49-F238E27FC236}">
                      <a16:creationId xmlns:a16="http://schemas.microsoft.com/office/drawing/2014/main" id="{81D64299-4C10-2108-727E-D73856E7E842}"/>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C846EA13-11D9-9A54-07CD-78196B29377C}"/>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71" name="TextBox 70">
                  <a:extLst>
                    <a:ext uri="{FF2B5EF4-FFF2-40B4-BE49-F238E27FC236}">
                      <a16:creationId xmlns:a16="http://schemas.microsoft.com/office/drawing/2014/main" id="{C846EA13-11D9-9A54-07CD-78196B29377C}"/>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44ACF802-28A8-034F-639D-98961E039829}"/>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F021D3C8-AE7C-107F-8D2E-FC14B4A7059D}"/>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p:sp>
              <p:nvSpPr>
                <p:cNvPr id="73" name="TextBox 72">
                  <a:extLst>
                    <a:ext uri="{FF2B5EF4-FFF2-40B4-BE49-F238E27FC236}">
                      <a16:creationId xmlns:a16="http://schemas.microsoft.com/office/drawing/2014/main" id="{F021D3C8-AE7C-107F-8D2E-FC14B4A7059D}"/>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9062D37F-BF90-E17F-C287-056F70662DF1}"/>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p:sp>
              <p:nvSpPr>
                <p:cNvPr id="74" name="TextBox 73">
                  <a:extLst>
                    <a:ext uri="{FF2B5EF4-FFF2-40B4-BE49-F238E27FC236}">
                      <a16:creationId xmlns:a16="http://schemas.microsoft.com/office/drawing/2014/main" id="{9062D37F-BF90-E17F-C287-056F70662DF1}"/>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BF1A0D9-B21E-103C-E404-6DC8B2446060}"/>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47BEFAC1-B6C8-04DC-B304-0850775495FE}"/>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p:sp>
              <p:nvSpPr>
                <p:cNvPr id="76" name="TextBox 75">
                  <a:extLst>
                    <a:ext uri="{FF2B5EF4-FFF2-40B4-BE49-F238E27FC236}">
                      <a16:creationId xmlns:a16="http://schemas.microsoft.com/office/drawing/2014/main" id="{47BEFAC1-B6C8-04DC-B304-0850775495FE}"/>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28BAEFA-7E49-56EA-D047-69F130B827F7}"/>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74E68FC-14A2-F009-5F2C-F3AFE7E3E765}"/>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2448B32-11E1-10F4-CE94-FE04822C1802}"/>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FEBDE0F9-035B-E294-0B84-C947C7ED6495}"/>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CFA1F25E-C78F-ED08-7C99-29815254DAC4}"/>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8A7FEE76-9FC0-9D52-C6DD-F013C48E1EE7}"/>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27DC2DE-F212-5F52-88D6-B9C5BC9D7F85}"/>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79FFAD6A-30A5-EB3D-45D0-F1A2D127D45B}"/>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24421EBB-7851-EDD8-C041-592E50AC72EA}"/>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p:sp>
              <p:nvSpPr>
                <p:cNvPr id="67" name="TextBox 66">
                  <a:extLst>
                    <a:ext uri="{FF2B5EF4-FFF2-40B4-BE49-F238E27FC236}">
                      <a16:creationId xmlns:a16="http://schemas.microsoft.com/office/drawing/2014/main" id="{24421EBB-7851-EDD8-C041-592E50AC72EA}"/>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226CFA-F7E0-22E2-DC2D-02975FECDE6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38C8E52F-99C3-21CD-D2AA-5C0A17A88F0C}"/>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ADDEAA90-6692-0FA0-F8A1-6762D64A1915}"/>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04DB6183-C302-58CA-5345-5951643CCFA4}"/>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p:sp>
              <p:nvSpPr>
                <p:cNvPr id="82" name="TextBox 81">
                  <a:extLst>
                    <a:ext uri="{FF2B5EF4-FFF2-40B4-BE49-F238E27FC236}">
                      <a16:creationId xmlns:a16="http://schemas.microsoft.com/office/drawing/2014/main" id="{04DB6183-C302-58CA-5345-5951643CCFA4}"/>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08FEB3F-3E6B-CFD5-6064-83A6876A998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FD6AD12B-74DC-4FFA-4F86-2CA0C23E757B}"/>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p:sp>
              <p:nvSpPr>
                <p:cNvPr id="85" name="TextBox 84">
                  <a:extLst>
                    <a:ext uri="{FF2B5EF4-FFF2-40B4-BE49-F238E27FC236}">
                      <a16:creationId xmlns:a16="http://schemas.microsoft.com/office/drawing/2014/main" id="{FD6AD12B-74DC-4FFA-4F86-2CA0C23E757B}"/>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3FACBFA-CEF3-5141-2ADA-A5B023239869}"/>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7AFC072D-DE82-5318-7950-9F894D85D44F}"/>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p:sp>
              <p:nvSpPr>
                <p:cNvPr id="87" name="TextBox 86">
                  <a:extLst>
                    <a:ext uri="{FF2B5EF4-FFF2-40B4-BE49-F238E27FC236}">
                      <a16:creationId xmlns:a16="http://schemas.microsoft.com/office/drawing/2014/main" id="{7AFC072D-DE82-5318-7950-9F894D85D44F}"/>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4558AF-6815-B90F-36DC-C7D95399FC94}"/>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611A7346-72E0-FEDB-64F1-B03A961F9419}"/>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50529DA7-1CFC-0A6B-A1B1-D237A6F31E9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1E54E44B-C474-E796-58BC-5D8D6693E6C8}"/>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A2938815-4F8A-3466-C01B-0ADD6E25459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EF93E934-5799-6CBE-2C4A-14306C0FCD4A}"/>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p:sp>
              <p:nvSpPr>
                <p:cNvPr id="94" name="TextBox 93">
                  <a:extLst>
                    <a:ext uri="{FF2B5EF4-FFF2-40B4-BE49-F238E27FC236}">
                      <a16:creationId xmlns:a16="http://schemas.microsoft.com/office/drawing/2014/main" id="{EF93E934-5799-6CBE-2C4A-14306C0FCD4A}"/>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206C0D4F-2903-6CF0-69E1-CC39B4F6E726}"/>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p:sp>
              <p:nvSpPr>
                <p:cNvPr id="95" name="TextBox 94">
                  <a:extLst>
                    <a:ext uri="{FF2B5EF4-FFF2-40B4-BE49-F238E27FC236}">
                      <a16:creationId xmlns:a16="http://schemas.microsoft.com/office/drawing/2014/main" id="{206C0D4F-2903-6CF0-69E1-CC39B4F6E726}"/>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0C1DE4BD-24FD-8627-6512-343ECD7FF528}"/>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p:sp>
              <p:nvSpPr>
                <p:cNvPr id="97" name="TextBox 96">
                  <a:extLst>
                    <a:ext uri="{FF2B5EF4-FFF2-40B4-BE49-F238E27FC236}">
                      <a16:creationId xmlns:a16="http://schemas.microsoft.com/office/drawing/2014/main" id="{0C1DE4BD-24FD-8627-6512-343ECD7FF528}"/>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89B2A67-6168-8FC1-DC25-D07A4D9C3732}"/>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C1639BEC-1451-BC2F-2D10-998E93096EA7}"/>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p:sp>
              <p:nvSpPr>
                <p:cNvPr id="100" name="TextBox 99">
                  <a:extLst>
                    <a:ext uri="{FF2B5EF4-FFF2-40B4-BE49-F238E27FC236}">
                      <a16:creationId xmlns:a16="http://schemas.microsoft.com/office/drawing/2014/main" id="{C1639BEC-1451-BC2F-2D10-998E93096EA7}"/>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3CB9E598-CB34-6D25-E669-B5B6909F91DE}"/>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635A7781-69A9-AFE5-2D58-ACD778551BEE}"/>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p:sp>
              <p:nvSpPr>
                <p:cNvPr id="109" name="TextBox 108">
                  <a:extLst>
                    <a:ext uri="{FF2B5EF4-FFF2-40B4-BE49-F238E27FC236}">
                      <a16:creationId xmlns:a16="http://schemas.microsoft.com/office/drawing/2014/main" id="{635A7781-69A9-AFE5-2D58-ACD778551BEE}"/>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8AC800E0-DCD8-4F6D-8B4B-08864F2104EF}"/>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112" name="TextBox 111">
                  <a:extLst>
                    <a:ext uri="{FF2B5EF4-FFF2-40B4-BE49-F238E27FC236}">
                      <a16:creationId xmlns:a16="http://schemas.microsoft.com/office/drawing/2014/main" id="{8AC800E0-DCD8-4F6D-8B4B-08864F2104EF}"/>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8D72D7D0-895C-59C1-235D-D52BD613E6EE}"/>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B9A6D4F7-999A-50E5-FB74-54D0DF615A6B}"/>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8A37EC56-D45C-A3A7-2CD5-FB32E735ECAA}"/>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66F8A06-1AC3-4E36-DDEC-DDD7CCC9B75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CF8AAE82-CEA6-D95F-FB64-BBD56E24FD9A}"/>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4" name="TextBox 33">
                  <a:extLst>
                    <a:ext uri="{FF2B5EF4-FFF2-40B4-BE49-F238E27FC236}">
                      <a16:creationId xmlns:a16="http://schemas.microsoft.com/office/drawing/2014/main" id="{CF8AAE82-CEA6-D95F-FB64-BBD56E24FD9A}"/>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37659DB6-301D-78D7-4DC2-29357380F198}"/>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5" name="TextBox 34">
                  <a:extLst>
                    <a:ext uri="{FF2B5EF4-FFF2-40B4-BE49-F238E27FC236}">
                      <a16:creationId xmlns:a16="http://schemas.microsoft.com/office/drawing/2014/main" id="{37659DB6-301D-78D7-4DC2-29357380F198}"/>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832A429B-B785-95A6-E0C8-AE6F6A9ECFE2}"/>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p:sp>
              <p:nvSpPr>
                <p:cNvPr id="36" name="TextBox 35">
                  <a:extLst>
                    <a:ext uri="{FF2B5EF4-FFF2-40B4-BE49-F238E27FC236}">
                      <a16:creationId xmlns:a16="http://schemas.microsoft.com/office/drawing/2014/main" id="{832A429B-B785-95A6-E0C8-AE6F6A9ECFE2}"/>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0633F17A-FD57-3440-C217-626AEEA779D7}"/>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p:sp>
              <p:nvSpPr>
                <p:cNvPr id="37" name="TextBox 36">
                  <a:extLst>
                    <a:ext uri="{FF2B5EF4-FFF2-40B4-BE49-F238E27FC236}">
                      <a16:creationId xmlns:a16="http://schemas.microsoft.com/office/drawing/2014/main" id="{0633F17A-FD57-3440-C217-626AEEA779D7}"/>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E8785205-A9BE-540C-49D1-10085D7DD849}"/>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D38BD13F-346E-F4BD-D6E6-0385FA49FD8A}"/>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DC626A42-AFBE-BD72-CC6F-5724BE948703}"/>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40" name="TextBox 39">
                  <a:extLst>
                    <a:ext uri="{FF2B5EF4-FFF2-40B4-BE49-F238E27FC236}">
                      <a16:creationId xmlns:a16="http://schemas.microsoft.com/office/drawing/2014/main" id="{DC626A42-AFBE-BD72-CC6F-5724BE948703}"/>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7ADE0BD-9357-7B06-5BE4-3AB0BD6AE3F2}"/>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AA6A598-4326-4754-AA64-0A1F982AB770}"/>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2E5D03D-CCC6-5E54-D355-C49BB10EA2E1}"/>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92DCF663-5698-845E-AE9E-6466C36FFC30}"/>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90409BE3-0B9F-0AA1-2335-67775E3233B3}"/>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p:sp>
              <p:nvSpPr>
                <p:cNvPr id="45" name="TextBox 44">
                  <a:extLst>
                    <a:ext uri="{FF2B5EF4-FFF2-40B4-BE49-F238E27FC236}">
                      <a16:creationId xmlns:a16="http://schemas.microsoft.com/office/drawing/2014/main" id="{90409BE3-0B9F-0AA1-2335-67775E3233B3}"/>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103CDE5-276F-376C-5F9A-04C7E7E5EE94}"/>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p:sp>
              <p:nvSpPr>
                <p:cNvPr id="46" name="TextBox 45">
                  <a:extLst>
                    <a:ext uri="{FF2B5EF4-FFF2-40B4-BE49-F238E27FC236}">
                      <a16:creationId xmlns:a16="http://schemas.microsoft.com/office/drawing/2014/main" id="{5103CDE5-276F-376C-5F9A-04C7E7E5EE94}"/>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D14FC2FF-2F14-ED60-7C8F-7CAC56E318AE}"/>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p:sp>
              <p:nvSpPr>
                <p:cNvPr id="47" name="TextBox 46">
                  <a:extLst>
                    <a:ext uri="{FF2B5EF4-FFF2-40B4-BE49-F238E27FC236}">
                      <a16:creationId xmlns:a16="http://schemas.microsoft.com/office/drawing/2014/main" id="{D14FC2FF-2F14-ED60-7C8F-7CAC56E318AE}"/>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FB8A0B52-D97F-7A8D-98B9-BC1A823D2966}"/>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p:sp>
              <p:nvSpPr>
                <p:cNvPr id="48" name="TextBox 47">
                  <a:extLst>
                    <a:ext uri="{FF2B5EF4-FFF2-40B4-BE49-F238E27FC236}">
                      <a16:creationId xmlns:a16="http://schemas.microsoft.com/office/drawing/2014/main" id="{FB8A0B52-D97F-7A8D-98B9-BC1A823D2966}"/>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BDA3EB23-2D30-B98C-2470-23043B7E2167}"/>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p:sp>
              <p:nvSpPr>
                <p:cNvPr id="49" name="TextBox 48">
                  <a:extLst>
                    <a:ext uri="{FF2B5EF4-FFF2-40B4-BE49-F238E27FC236}">
                      <a16:creationId xmlns:a16="http://schemas.microsoft.com/office/drawing/2014/main" id="{BDA3EB23-2D30-B98C-2470-23043B7E2167}"/>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313638E-8CD5-D8B8-CD76-50B04894DEE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EBB0EDF-B9AA-F9FC-128E-16FC0A56A3C1}"/>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8A400417-ACED-DA29-14DC-56EDC1A86B9D}"/>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C39D56A5-12A5-A22C-E69F-F7DD1FA061BF}"/>
              </a:ext>
            </a:extLst>
          </p:cNvPr>
          <p:cNvSpPr txBox="1"/>
          <p:nvPr/>
        </p:nvSpPr>
        <p:spPr>
          <a:xfrm>
            <a:off x="3144899" y="1921743"/>
            <a:ext cx="862737" cy="369332"/>
          </a:xfrm>
          <a:prstGeom prst="rect">
            <a:avLst/>
          </a:prstGeom>
          <a:noFill/>
        </p:spPr>
        <p:txBody>
          <a:bodyPr wrap="none" rtlCol="0">
            <a:spAutoFit/>
          </a:bodyPr>
          <a:lstStyle/>
          <a:p>
            <a:r>
              <a:rPr lang="en-US" dirty="0"/>
              <a:t>Motif 1</a:t>
            </a:r>
          </a:p>
        </p:txBody>
      </p:sp>
      <p:sp>
        <p:nvSpPr>
          <p:cNvPr id="7" name="Rectangle: Rounded Corners 6">
            <a:extLst>
              <a:ext uri="{FF2B5EF4-FFF2-40B4-BE49-F238E27FC236}">
                <a16:creationId xmlns:a16="http://schemas.microsoft.com/office/drawing/2014/main" id="{ABF171EF-1155-2D87-4A85-4256BE627AAF}"/>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EEE3F3A3-C6E4-47C2-6296-530377303B22}"/>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ADE78E90-D1B3-3623-BB04-3ABE30F2DBB4}"/>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C5DD3330-16F5-9FAC-A9CD-860A5787E153}"/>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435173AD-264C-0737-031F-6E7144E0B273}"/>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886822F-5D3E-DB54-ABA0-086FB212BF2F}"/>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C6024A21-4BB1-1384-4D2B-1613A19EC988}"/>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5FA7990F-06AB-222D-6FB0-E0254A1ABD42}"/>
              </a:ext>
            </a:extLst>
          </p:cNvPr>
          <p:cNvSpPr/>
          <p:nvPr/>
        </p:nvSpPr>
        <p:spPr>
          <a:xfrm>
            <a:off x="7715000" y="3541731"/>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2AAB4EC4-5FA8-79C7-5010-7E9AC23791C9}"/>
              </a:ext>
            </a:extLst>
          </p:cNvPr>
          <p:cNvSpPr/>
          <p:nvPr/>
        </p:nvSpPr>
        <p:spPr>
          <a:xfrm>
            <a:off x="6559643" y="3553459"/>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Rounded Corners 24">
            <a:extLst>
              <a:ext uri="{FF2B5EF4-FFF2-40B4-BE49-F238E27FC236}">
                <a16:creationId xmlns:a16="http://schemas.microsoft.com/office/drawing/2014/main" id="{951DB8E5-F127-C9F5-4B7B-E34A49FA1623}"/>
              </a:ext>
            </a:extLst>
          </p:cNvPr>
          <p:cNvSpPr/>
          <p:nvPr/>
        </p:nvSpPr>
        <p:spPr>
          <a:xfrm>
            <a:off x="4801641" y="34179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99139DFA-9D50-C427-E9B8-F03C04481EC0}"/>
                  </a:ext>
                </a:extLst>
              </p:cNvPr>
              <p:cNvSpPr txBox="1"/>
              <p:nvPr/>
            </p:nvSpPr>
            <p:spPr>
              <a:xfrm>
                <a:off x="4624372" y="2998793"/>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27" name="TextBox 26">
                <a:extLst>
                  <a:ext uri="{FF2B5EF4-FFF2-40B4-BE49-F238E27FC236}">
                    <a16:creationId xmlns:a16="http://schemas.microsoft.com/office/drawing/2014/main" id="{99139DFA-9D50-C427-E9B8-F03C04481EC0}"/>
                  </a:ext>
                </a:extLst>
              </p:cNvPr>
              <p:cNvSpPr txBox="1">
                <a:spLocks noRot="1" noChangeAspect="1" noMove="1" noResize="1" noEditPoints="1" noAdjustHandles="1" noChangeArrowheads="1" noChangeShapeType="1" noTextEdit="1"/>
              </p:cNvSpPr>
              <p:nvPr/>
            </p:nvSpPr>
            <p:spPr>
              <a:xfrm>
                <a:off x="4624372" y="2998793"/>
                <a:ext cx="352041" cy="369332"/>
              </a:xfrm>
              <a:prstGeom prst="rect">
                <a:avLst/>
              </a:prstGeom>
              <a:blipFill>
                <a:blip r:embed="rId29"/>
                <a:stretch>
                  <a:fillRect r="-3684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A9CFECB0-BC05-BF0F-0983-B537495FF777}"/>
                  </a:ext>
                </a:extLst>
              </p:cNvPr>
              <p:cNvSpPr txBox="1"/>
              <p:nvPr/>
            </p:nvSpPr>
            <p:spPr>
              <a:xfrm>
                <a:off x="7514224" y="3170740"/>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29" name="TextBox 28">
                <a:extLst>
                  <a:ext uri="{FF2B5EF4-FFF2-40B4-BE49-F238E27FC236}">
                    <a16:creationId xmlns:a16="http://schemas.microsoft.com/office/drawing/2014/main" id="{A9CFECB0-BC05-BF0F-0983-B537495FF777}"/>
                  </a:ext>
                </a:extLst>
              </p:cNvPr>
              <p:cNvSpPr txBox="1">
                <a:spLocks noRot="1" noChangeAspect="1" noMove="1" noResize="1" noEditPoints="1" noAdjustHandles="1" noChangeArrowheads="1" noChangeShapeType="1" noTextEdit="1"/>
              </p:cNvSpPr>
              <p:nvPr/>
            </p:nvSpPr>
            <p:spPr>
              <a:xfrm>
                <a:off x="7514224" y="3170740"/>
                <a:ext cx="352041" cy="369332"/>
              </a:xfrm>
              <a:prstGeom prst="rect">
                <a:avLst/>
              </a:prstGeom>
              <a:blipFill>
                <a:blip r:embed="rId30"/>
                <a:stretch>
                  <a:fillRect r="-31579"/>
                </a:stretch>
              </a:blipFill>
            </p:spPr>
            <p:txBody>
              <a:bodyPr/>
              <a:lstStyle/>
              <a:p>
                <a:r>
                  <a:rPr lang="en-US">
                    <a:noFill/>
                  </a:rPr>
                  <a:t> </a:t>
                </a:r>
              </a:p>
            </p:txBody>
          </p:sp>
        </mc:Fallback>
      </mc:AlternateContent>
    </p:spTree>
    <p:extLst>
      <p:ext uri="{BB962C8B-B14F-4D97-AF65-F5344CB8AC3E}">
        <p14:creationId xmlns:p14="http://schemas.microsoft.com/office/powerpoint/2010/main" val="3047290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1AC2064-0B74-15C4-AED4-1DA3DFE852A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DCADCC6-7230-B236-9186-225AE70C846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E0FD4EA-081F-96C1-AC9B-2ABB752622DF}"/>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E0FD4EA-081F-96C1-AC9B-2ABB752622DF}"/>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D34121EC-CB66-494F-BBB8-99B2C29428A7}"/>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D34121EC-CB66-494F-BBB8-99B2C29428A7}"/>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EB02140-321E-5C64-2A35-BD5CB0EAEDD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DE4B3A34-4B6F-4E19-CEBD-1136EFAC2D8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DE4B3A34-4B6F-4E19-CEBD-1136EFAC2D8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3B6E555-28A0-7019-F9D8-8C07C4F685D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3B6E555-28A0-7019-F9D8-8C07C4F685D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9BFC9CC1-219C-9807-FD18-9EC6B362465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A6A3748-10ED-4C56-3162-A82B830FF35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BA6A3748-10ED-4C56-3162-A82B830FF35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FE7A6CD-80E8-564B-72FE-FB70A9180FA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A4F82DF-B3AE-E2E1-DDB9-C46DCB6DDF0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43F6C2B-C8AC-88A4-C700-BD011642673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83A65A2-53B9-9ACB-0040-DAA3EDE6FCE4}"/>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AE9608CB-45CC-AF52-E4A7-3910ADE970F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C4DF250-D964-E0BB-57B6-9A6D9D5860C5}"/>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12CE22A-89B2-3434-9D50-62542BB5812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271C27D7-3167-EA59-5EE9-BF0C1FAAD9D6}"/>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EFD46C72-BDC3-89B5-A688-8A8E74765E6D}"/>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EFD46C72-BDC3-89B5-A688-8A8E74765E6D}"/>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47D9EF5-A54B-FF64-60D3-EC510D3678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73B3FB53-FCB9-4442-EB3B-91EC870467D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AA6B5F4E-6735-FFB1-0328-A2B7F31CF8B5}"/>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595AA050-5097-F1E2-FCDB-F7CA2381EFD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595AA050-5097-F1E2-FCDB-F7CA2381EFD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B2321E1-0C60-AB0B-3753-4CB43915050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B040B6A-8F0A-43CE-4DD0-D0E53DAB1693}"/>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B040B6A-8F0A-43CE-4DD0-D0E53DAB1693}"/>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4EB3D22F-C09F-9847-A0A6-99A11329A08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A0541347-6880-25A9-810A-CD0FC4EA1025}"/>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A0541347-6880-25A9-810A-CD0FC4EA1025}"/>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E72BCCC-B70C-8885-5C89-03BE21486822}"/>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DFE819C-3F57-AF9A-A586-1ADCED19AF38}"/>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4250287-3F6D-7D0D-C1AA-9115A5041C2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09D2962-7212-686E-F7C2-9ED3B0753C8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B470729-3C40-4AAA-6394-26EABFBF96F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6233FF-59EB-0873-D8B3-B4EBC3139A9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6233FF-59EB-0873-D8B3-B4EBC3139A9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FDB4816B-1F83-0A37-543B-085F737BCF63}"/>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FDB4816B-1F83-0A37-543B-085F737BCF63}"/>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EA2B142-FE8A-5DC2-E3B0-AB622DAA17E9}"/>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EA2B142-FE8A-5DC2-E3B0-AB622DAA17E9}"/>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A9EE67E-277F-E138-03C7-4A7F2A409BA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07DECCD-FE94-C90F-D451-AF3D31A46BB7}"/>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07DECCD-FE94-C90F-D451-AF3D31A46BB7}"/>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D69688F-D178-6E15-8294-CCB3BFD77506}"/>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F4B4886-7926-701B-895D-B4BAB1A25D45}"/>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F4B4886-7926-701B-895D-B4BAB1A25D45}"/>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E35AD24-B504-3EA9-3300-29B5908B32E4}"/>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E35AD24-B504-3EA9-3300-29B5908B32E4}"/>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D8C71D6-EBA6-B42E-8CDF-C481126503D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1B2B54B2-0909-3A2F-C68C-A9FEFD0A3E4C}"/>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59C45F0-C544-97A8-355B-E08E137D6BD2}"/>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D60DAC8-E0C4-CF36-4515-BE2579DE68B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C6139846-AF29-58CC-2604-5334A5CED0E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C6139846-AF29-58CC-2604-5334A5CED0E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E7A68E1-2D97-C8BC-501A-9A846DB50778}"/>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7E7A68E1-2D97-C8BC-501A-9A846DB50778}"/>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5194064-4072-A90C-37C5-CA46F7B5F543}"/>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C5194064-4072-A90C-37C5-CA46F7B5F543}"/>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ED632984-2B60-460D-0442-E43ED109BC64}"/>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ED632984-2B60-460D-0442-E43ED109BC6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41907781-86CC-E2C1-5E2A-FC74E46D976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1F4A31EA-2812-289F-FA8A-F05948B2605F}"/>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63769BA-AB7E-24FA-0B14-00346B702320}"/>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163769BA-AB7E-24FA-0B14-00346B70232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32FB627-ED8F-023E-3AE2-548D97F403B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CC9CB0-5764-FBCF-68F2-37BF0F94EDE0}"/>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6341B0EE-5E1B-2602-BB3D-DB320F399F9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49C5242D-B40B-E9CB-5146-46674EB1BA81}"/>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ABC8E88-E134-59DF-332F-EB02A12BBC1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9ABC8E88-E134-59DF-332F-EB02A12BBC1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C61CDFD-9709-A6C6-848F-88E259F3E0D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AC61CDFD-9709-A6C6-848F-88E259F3E0D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E8BB0FE-A627-6ABF-D259-0BF069542721}"/>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E8BB0FE-A627-6ABF-D259-0BF069542721}"/>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2350432-7243-3C96-5F1C-E94FE9B2C60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2350432-7243-3C96-5F1C-E94FE9B2C60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F267A998-1F9B-4A75-9BB0-23FB45FC55F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F267A998-1F9B-4A75-9BB0-23FB45FC55F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AB514C9B-2746-2EB0-0554-96D888782B1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D1298BF-8340-72BD-30B6-AF0223797DC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0A5F8EAB-AEFE-C5D1-8736-83FCCAC74FBD}"/>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7A21FE3-E35E-1E54-EEA9-B248E31C0B0A}"/>
              </a:ext>
            </a:extLst>
          </p:cNvPr>
          <p:cNvGraphicFramePr>
            <a:graphicFrameLocks noGrp="1"/>
          </p:cNvGraphicFramePr>
          <p:nvPr>
            <p:extLst>
              <p:ext uri="{D42A27DB-BD31-4B8C-83A1-F6EECF244321}">
                <p14:modId xmlns:p14="http://schemas.microsoft.com/office/powerpoint/2010/main" val="3601993648"/>
              </p:ext>
            </p:extLst>
          </p:nvPr>
        </p:nvGraphicFramePr>
        <p:xfrm>
          <a:off x="822533" y="3008092"/>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 sz="1200" b="0" i="0" dirty="0">
                          <a:solidFill>
                            <a:srgbClr val="0A0A0A"/>
                          </a:solidFill>
                          <a:effectLst/>
                          <a:latin typeface="Lato" panose="020F0502020204030203" pitchFamily="34" charset="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1YAA</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AF-P17649-F1-model_v6.pdb (AlphaFold</a:t>
                      </a:r>
                      <a:r>
                        <a:rPr lang="en-US" sz="1200" dirty="0"/>
                        <a:t>)</a:t>
                      </a:r>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AF-P39708-F1-model_v6.pdb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5"/>
                        </a:rPr>
                        <a:t>3IG5 3IG8 3LVW</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b="1" dirty="0"/>
                        <a:t>YKL132C</a:t>
                      </a:r>
                      <a:r>
                        <a:rPr lang="en-US" sz="1200" dirty="0"/>
                        <a:t> or YOR241W</a:t>
                      </a:r>
                    </a:p>
                  </a:txBody>
                  <a:tcPr/>
                </a:tc>
                <a:tc>
                  <a:txBody>
                    <a:bodyPr/>
                    <a:lstStyle/>
                    <a:p>
                      <a:r>
                        <a:rPr lang="en-US" sz="1200" dirty="0">
                          <a:hlinkClick r:id="rId36"/>
                        </a:rPr>
                        <a:t>AF-P36001-F1-model_v6.pdb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YLR410W</a:t>
                      </a:r>
                    </a:p>
                  </a:txBody>
                  <a:tcPr/>
                </a:tc>
                <a:tc>
                  <a:txBody>
                    <a:bodyPr/>
                    <a:lstStyle/>
                    <a:p>
                      <a:r>
                        <a:rPr lang="" sz="1200" b="0" i="0" dirty="0">
                          <a:solidFill>
                            <a:srgbClr val="0A0A0A"/>
                          </a:solidFill>
                          <a:effectLst/>
                          <a:latin typeface="Lato" panose="020F0502020204030203" pitchFamily="34" charset="0"/>
                          <a:hlinkClick r:id="rId37"/>
                        </a:rPr>
                        <a:t>9GR8</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B8D56C00-853B-39E3-AD25-01D2E110A303}"/>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8BBCA071-0E50-010E-400E-7FDBA2A4E941}"/>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06543824-4C0E-C631-4432-A83D86079DA7}"/>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BD082B4-D247-1627-4B96-CA5E2E23EC3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9FFE33A4-3A08-B9E0-8B7B-94FE248D3392}"/>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95898EE-B126-3A01-E85F-77ECA501C19D}"/>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4D37BB1-BE1F-5B0F-3BD6-1562B72AFE3E}"/>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068F3215-65F5-93DD-516B-B46584EB46E5}"/>
              </a:ext>
            </a:extLst>
          </p:cNvPr>
          <p:cNvSpPr txBox="1"/>
          <p:nvPr/>
        </p:nvSpPr>
        <p:spPr>
          <a:xfrm>
            <a:off x="22471" y="2619368"/>
            <a:ext cx="986167" cy="369332"/>
          </a:xfrm>
          <a:prstGeom prst="rect">
            <a:avLst/>
          </a:prstGeom>
          <a:noFill/>
        </p:spPr>
        <p:txBody>
          <a:bodyPr wrap="none" rtlCol="0">
            <a:spAutoFit/>
          </a:bodyPr>
          <a:lstStyle/>
          <a:p>
            <a:r>
              <a:rPr lang="en-US" dirty="0"/>
              <a:t>Motif 30</a:t>
            </a:r>
          </a:p>
        </p:txBody>
      </p:sp>
    </p:spTree>
    <p:extLst>
      <p:ext uri="{BB962C8B-B14F-4D97-AF65-F5344CB8AC3E}">
        <p14:creationId xmlns:p14="http://schemas.microsoft.com/office/powerpoint/2010/main" val="21210665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DD1AB-68EC-3EBF-A890-7DC3074901A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3931075-4435-B76E-4E8B-1606CA97EE08}"/>
              </a:ext>
            </a:extLst>
          </p:cNvPr>
          <p:cNvPicPr>
            <a:picLocks noChangeAspect="1"/>
          </p:cNvPicPr>
          <p:nvPr/>
        </p:nvPicPr>
        <p:blipFill>
          <a:blip r:embed="rId3"/>
          <a:stretch>
            <a:fillRect/>
          </a:stretch>
        </p:blipFill>
        <p:spPr>
          <a:xfrm>
            <a:off x="3059127" y="2089438"/>
            <a:ext cx="6375892" cy="4761742"/>
          </a:xfrm>
          <a:prstGeom prst="rect">
            <a:avLst/>
          </a:prstGeom>
        </p:spPr>
      </p:pic>
      <p:grpSp>
        <p:nvGrpSpPr>
          <p:cNvPr id="6" name="Group 5">
            <a:extLst>
              <a:ext uri="{FF2B5EF4-FFF2-40B4-BE49-F238E27FC236}">
                <a16:creationId xmlns:a16="http://schemas.microsoft.com/office/drawing/2014/main" id="{225856B9-F8D5-8018-0F8B-BE1636F89EEC}"/>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9E871FFB-E691-6E97-FB92-70EA294EFD8F}"/>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28FD22F-5073-16B6-7D07-E93D55DFBB22}"/>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A28FD22F-5073-16B6-7D07-E93D55DFBB22}"/>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191CF74-DAED-ED1D-A1D1-564433505060}"/>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8191CF74-DAED-ED1D-A1D1-564433505060}"/>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85C9A496-7921-606F-1CF4-985755D692C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464875DF-EB12-10D7-CC0F-9ED22AFC7136}"/>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464875DF-EB12-10D7-CC0F-9ED22AFC7136}"/>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4302B4A-3EC2-293D-853F-69EF634FD0C7}"/>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94302B4A-3EC2-293D-853F-69EF634FD0C7}"/>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7FBCE5A4-8702-3489-1022-76D9FD316DC7}"/>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03C318F-0C34-1936-C28A-1DF9025471AF}"/>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B03C318F-0C34-1936-C28A-1DF9025471AF}"/>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B221534-CBB9-D1AB-EBC7-6BFE2CFCF255}"/>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FA70CDD-AF11-4354-C218-5ED1313E5012}"/>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516EA4A-F809-D15A-4E9C-78D566B8A246}"/>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D565628-1453-3A80-4341-9CBC422CD12A}"/>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9872745-A001-9F9A-7DDD-89BFD91B0179}"/>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23BC552-3C31-D2D9-9648-CA7CBB4C283E}"/>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E86D61DF-96E2-54DD-FB6C-0431F4C8F43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C5C448D2-63F2-04DB-6905-2E18DB8C3632}"/>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C37C814-9C21-C0F3-6D1F-328C4ACCCA84}"/>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9C37C814-9C21-C0F3-6D1F-328C4ACCCA84}"/>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92595BFF-BB1C-6769-D3F1-D1798DC5AD08}"/>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7FC5C2C4-7638-4367-A13C-86B0C7CB59D6}"/>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AE5BB0C7-9178-7B16-39C4-3993E8F2A077}"/>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114C551-7000-83AF-F899-1CB40EA37F2B}"/>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9114C551-7000-83AF-F899-1CB40EA37F2B}"/>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D72BB2C-BE45-97A5-B58A-844ECF176141}"/>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AA15DC-5217-266C-E696-6CE4CF1C2B69}"/>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5AAA15DC-5217-266C-E696-6CE4CF1C2B69}"/>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0DBB9-3C5B-C5AF-831E-2EB9F533702C}"/>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43D5DF9-ED1B-D46C-6398-CF42B6F7BDB3}"/>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943D5DF9-ED1B-D46C-6398-CF42B6F7BDB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2573FFC-96E6-236A-630C-6E7951809F84}"/>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65251764-1FDE-717D-4EBC-DC4B649C767F}"/>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C6265E9A-799E-00F2-219F-58EE333A8A58}"/>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F479EA2C-B7C7-0BE3-0163-AC8BF6694E50}"/>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5D72516-9648-30A9-F5C7-1642BE92A920}"/>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F2F7D08-8974-236F-3EBB-17EEE5C6D199}"/>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5F2F7D08-8974-236F-3EBB-17EEE5C6D199}"/>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B41B64B8-3394-79A1-F25F-3C465A84B35B}"/>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B41B64B8-3394-79A1-F25F-3C465A84B35B}"/>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64CF2DAF-B4F2-9363-7480-0CF5AE476874}"/>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64CF2DAF-B4F2-9363-7480-0CF5AE476874}"/>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C53B5A1-2550-0614-0502-B76920E57DF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E371183-99DF-CA2B-E537-A14657AF513F}"/>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AE371183-99DF-CA2B-E537-A14657AF513F}"/>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5AF980E-69F2-6E5A-0BCE-DAEE0A4165FE}"/>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A18FE85C-5E23-040C-DCC0-5CEF9B611679}"/>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A18FE85C-5E23-040C-DCC0-5CEF9B611679}"/>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40EB7FDD-C7DD-C847-C72F-BB17A68FE08C}"/>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40EB7FDD-C7DD-C847-C72F-BB17A68FE08C}"/>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FE88AD76-40D5-DFA3-2E26-7D5BB84C2647}"/>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06087EA0-6B05-1869-1EC5-743C3D704F80}"/>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38CFFADF-ADAF-6C8D-9A8C-545E5409A618}"/>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E491907-316B-6756-F63F-784B84E3A19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E9AA8908-0283-1075-B3CA-03C6D49F68A8}"/>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E9AA8908-0283-1075-B3CA-03C6D49F68A8}"/>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2FEFDF0-B801-9ECE-3BFE-D34591D2D193}"/>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22FEFDF0-B801-9ECE-3BFE-D34591D2D193}"/>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D8BC479-9AB5-ABFB-7592-9623B653E196}"/>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8D8BC479-9AB5-ABFB-7592-9623B653E196}"/>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1A08E05-EBCA-14B3-9C4F-0D065981640B}"/>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21A08E05-EBCA-14B3-9C4F-0D065981640B}"/>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5FFF845-9B65-D646-16C9-EC878370803A}"/>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95285A71-98ED-3E97-70BB-FC61B5A06897}"/>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0F00B93-063D-7E2D-53E4-AED7FB9300FC}"/>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D0F00B93-063D-7E2D-53E4-AED7FB9300FC}"/>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8F6477-1942-D5B4-17DC-EB388E0BE5E0}"/>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2D094F-9A5D-C2BA-1AE8-E84D41850807}"/>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FD760B44-C102-B3BB-AA5B-FD9251F313B7}"/>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AF254D24-6C3E-4FF9-6269-1705505203C8}"/>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8D895DFD-5FD4-B428-957C-A12D2FC713B8}"/>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8D895DFD-5FD4-B428-957C-A12D2FC713B8}"/>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FAABFF5-446D-0662-1965-E0455058E22C}"/>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7FAABFF5-446D-0662-1965-E0455058E22C}"/>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FBF6754-372B-7363-62F5-6614413DE55B}"/>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FFBF6754-372B-7363-62F5-6614413DE55B}"/>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93BD7CC-1F1D-6CF7-F4AB-96992B1693D0}"/>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993BD7CC-1F1D-6CF7-F4AB-96992B1693D0}"/>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DC20493-5371-1632-FE84-35E092D4701F}"/>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ADC20493-5371-1632-FE84-35E092D4701F}"/>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F9E9B2-F893-93E2-52F4-9E0C569A66A6}"/>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A3A017C-8023-3A7B-D31B-285B62DAA272}"/>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92FEA182-0F12-8FA3-55E9-5D982F2CDE79}"/>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D828C27A-E7D1-D778-D988-3526739A0683}"/>
              </a:ext>
            </a:extLst>
          </p:cNvPr>
          <p:cNvSpPr txBox="1"/>
          <p:nvPr/>
        </p:nvSpPr>
        <p:spPr>
          <a:xfrm>
            <a:off x="3144899" y="1921743"/>
            <a:ext cx="986167" cy="369332"/>
          </a:xfrm>
          <a:prstGeom prst="rect">
            <a:avLst/>
          </a:prstGeom>
          <a:noFill/>
        </p:spPr>
        <p:txBody>
          <a:bodyPr wrap="none" rtlCol="0">
            <a:spAutoFit/>
          </a:bodyPr>
          <a:lstStyle/>
          <a:p>
            <a:r>
              <a:rPr lang="en-US" dirty="0"/>
              <a:t>Motif 30</a:t>
            </a:r>
          </a:p>
        </p:txBody>
      </p:sp>
      <p:sp>
        <p:nvSpPr>
          <p:cNvPr id="7" name="Rectangle: Rounded Corners 6">
            <a:extLst>
              <a:ext uri="{FF2B5EF4-FFF2-40B4-BE49-F238E27FC236}">
                <a16:creationId xmlns:a16="http://schemas.microsoft.com/office/drawing/2014/main" id="{101BE562-263A-E5DD-D0C3-DF77F532B3FD}"/>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749C373B-08E7-BDE1-4850-483C796BF105}"/>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067FBA4A-FEE1-01B2-7A4C-261848FDAF6B}"/>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58E1E87E-D01E-457F-AE26-6FB97C917677}"/>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324F07E7-0FAB-28D7-711D-279035F524A3}"/>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AA2B7266-7CCD-E517-0E85-CDE18731FC28}"/>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804114A-0706-B223-D9CC-685ABF2F5BC3}"/>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88D8135C-0767-8256-BC20-04B0CF2F6FB9}"/>
              </a:ext>
            </a:extLst>
          </p:cNvPr>
          <p:cNvSpPr/>
          <p:nvPr/>
        </p:nvSpPr>
        <p:spPr>
          <a:xfrm>
            <a:off x="7695950" y="3817597"/>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C216C669-2706-C2DD-57D0-F623EC059ADF}"/>
              </a:ext>
            </a:extLst>
          </p:cNvPr>
          <p:cNvSpPr/>
          <p:nvPr/>
        </p:nvSpPr>
        <p:spPr>
          <a:xfrm>
            <a:off x="5954929" y="38751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Rounded Corners 24">
            <a:extLst>
              <a:ext uri="{FF2B5EF4-FFF2-40B4-BE49-F238E27FC236}">
                <a16:creationId xmlns:a16="http://schemas.microsoft.com/office/drawing/2014/main" id="{EB4E631A-CCC2-AF35-A4E6-A10806C5D982}"/>
              </a:ext>
            </a:extLst>
          </p:cNvPr>
          <p:cNvSpPr/>
          <p:nvPr/>
        </p:nvSpPr>
        <p:spPr>
          <a:xfrm>
            <a:off x="5363679" y="3609975"/>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E1250E81-9DF2-9CAA-EDF2-F2016CE142C7}"/>
                  </a:ext>
                </a:extLst>
              </p:cNvPr>
              <p:cNvSpPr txBox="1"/>
              <p:nvPr/>
            </p:nvSpPr>
            <p:spPr>
              <a:xfrm>
                <a:off x="7449383" y="3425309"/>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E1250E81-9DF2-9CAA-EDF2-F2016CE142C7}"/>
                  </a:ext>
                </a:extLst>
              </p:cNvPr>
              <p:cNvSpPr txBox="1">
                <a:spLocks noRot="1" noChangeAspect="1" noMove="1" noResize="1" noEditPoints="1" noAdjustHandles="1" noChangeArrowheads="1" noChangeShapeType="1" noTextEdit="1"/>
              </p:cNvSpPr>
              <p:nvPr/>
            </p:nvSpPr>
            <p:spPr>
              <a:xfrm>
                <a:off x="7449383" y="3425309"/>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EAAA924-E685-B240-BF0D-ACC1C15BA75D}"/>
                  </a:ext>
                </a:extLst>
              </p:cNvPr>
              <p:cNvSpPr txBox="1"/>
              <p:nvPr/>
            </p:nvSpPr>
            <p:spPr>
              <a:xfrm>
                <a:off x="5165317" y="3248025"/>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9" name="TextBox 28">
                <a:extLst>
                  <a:ext uri="{FF2B5EF4-FFF2-40B4-BE49-F238E27FC236}">
                    <a16:creationId xmlns:a16="http://schemas.microsoft.com/office/drawing/2014/main" id="{EEAAA924-E685-B240-BF0D-ACC1C15BA75D}"/>
                  </a:ext>
                </a:extLst>
              </p:cNvPr>
              <p:cNvSpPr txBox="1">
                <a:spLocks noRot="1" noChangeAspect="1" noMove="1" noResize="1" noEditPoints="1" noAdjustHandles="1" noChangeArrowheads="1" noChangeShapeType="1" noTextEdit="1"/>
              </p:cNvSpPr>
              <p:nvPr/>
            </p:nvSpPr>
            <p:spPr>
              <a:xfrm>
                <a:off x="5165317" y="3248025"/>
                <a:ext cx="352041" cy="369332"/>
              </a:xfrm>
              <a:prstGeom prst="rect">
                <a:avLst/>
              </a:prstGeom>
              <a:blipFill>
                <a:blip r:embed="rId30"/>
                <a:stretch>
                  <a:fillRect r="-3103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A75891BD-A5A8-DD2D-AFAE-57BCAC4FFDDF}"/>
                  </a:ext>
                </a:extLst>
              </p:cNvPr>
              <p:cNvSpPr txBox="1"/>
              <p:nvPr/>
            </p:nvSpPr>
            <p:spPr>
              <a:xfrm>
                <a:off x="6106782" y="3481662"/>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m:t>
                          </m:r>
                          <m:r>
                            <m:rPr>
                              <m:sty m:val="p"/>
                            </m:rPr>
                            <a:rPr lang="de-DE" sz="1800" b="0" i="1" smtClean="0">
                              <a:solidFill>
                                <a:schemeClr val="tx1"/>
                              </a:solidFill>
                              <a:latin typeface="Cambria Math" panose="02040503050406030204" pitchFamily="18" charset="0"/>
                            </a:rPr>
                            <m:t>o</m:t>
                          </m:r>
                        </m:sub>
                      </m:sSub>
                    </m:oMath>
                  </m:oMathPara>
                </a14:m>
                <a:endParaRPr lang="en-US" dirty="0">
                  <a:solidFill>
                    <a:schemeClr val="tx1"/>
                  </a:solidFill>
                </a:endParaRPr>
              </a:p>
            </p:txBody>
          </p:sp>
        </mc:Choice>
        <mc:Fallback>
          <p:sp>
            <p:nvSpPr>
              <p:cNvPr id="5" name="TextBox 4">
                <a:extLst>
                  <a:ext uri="{FF2B5EF4-FFF2-40B4-BE49-F238E27FC236}">
                    <a16:creationId xmlns:a16="http://schemas.microsoft.com/office/drawing/2014/main" id="{A75891BD-A5A8-DD2D-AFAE-57BCAC4FFDDF}"/>
                  </a:ext>
                </a:extLst>
              </p:cNvPr>
              <p:cNvSpPr txBox="1">
                <a:spLocks noRot="1" noChangeAspect="1" noMove="1" noResize="1" noEditPoints="1" noAdjustHandles="1" noChangeArrowheads="1" noChangeShapeType="1" noTextEdit="1"/>
              </p:cNvSpPr>
              <p:nvPr/>
            </p:nvSpPr>
            <p:spPr>
              <a:xfrm>
                <a:off x="6106782" y="3481662"/>
                <a:ext cx="352041" cy="369332"/>
              </a:xfrm>
              <a:prstGeom prst="rect">
                <a:avLst/>
              </a:prstGeom>
              <a:blipFill>
                <a:blip r:embed="rId31"/>
                <a:stretch>
                  <a:fillRect r="-27586"/>
                </a:stretch>
              </a:blipFill>
            </p:spPr>
            <p:txBody>
              <a:bodyPr/>
              <a:lstStyle/>
              <a:p>
                <a:r>
                  <a:rPr lang="en-US">
                    <a:noFill/>
                  </a:rPr>
                  <a:t> </a:t>
                </a:r>
              </a:p>
            </p:txBody>
          </p:sp>
        </mc:Fallback>
      </mc:AlternateContent>
    </p:spTree>
    <p:extLst>
      <p:ext uri="{BB962C8B-B14F-4D97-AF65-F5344CB8AC3E}">
        <p14:creationId xmlns:p14="http://schemas.microsoft.com/office/powerpoint/2010/main" val="39577237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B81A-E417-E82F-5E9C-D9AB7188245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B0C77D3-A7B0-56FA-94D0-33B564616A6C}"/>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FCD52AD8-FD87-4935-D6A6-F449B93CF476}"/>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E0FD4EA-081F-96C1-AC9B-2ABB752622DF}"/>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8DA79AC-63A4-3F7F-BEF9-35141C3C6485}"/>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D34121EC-CB66-494F-BBB8-99B2C29428A7}"/>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5A629066-EF16-19DF-093E-105B3783158C}"/>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1E8C039-F32D-FDFB-8728-DED7F0F28E3B}"/>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DE4B3A34-4B6F-4E19-CEBD-1136EFAC2D8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EB88D55-CFC5-868E-72F6-84FE46192B01}"/>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3B6E555-28A0-7019-F9D8-8C07C4F685D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C9BDE77C-52CC-B5E2-44E5-06637FFCFF4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7AACBE4-E299-A76E-4AA3-A747B9AC2D63}"/>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BA6A3748-10ED-4C56-3162-A82B830FF35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1EA1422C-0E7D-BBF7-6534-B592E766AA8D}"/>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341B47A-E7AA-94E7-3229-D18411D0FD0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E236557-9985-DC48-DE08-4E9430377CD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D65F64E7-C134-EAB7-A1E3-8C1C70211E90}"/>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4EE721F-74C0-DD8F-16F6-EC045D3254C4}"/>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7D6B103-BE11-5A48-BA34-A11593D02301}"/>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216F6CF-AC86-5FA0-80DB-0CEB7381E82E}"/>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A009EAD-5CC4-CE92-E886-5207BF8C58AF}"/>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F3839572-2C01-9887-DA98-8E3338A77DA7}"/>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EFD46C72-BDC3-89B5-A688-8A8E74765E6D}"/>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0BA1F33B-5B03-F97B-04FF-A4413AC4D660}"/>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8BF864A-4096-4827-6459-C97596B81A8E}"/>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A2A597E-4C14-6D4D-DA22-E2593BA84CE8}"/>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F36D1FA-AA3B-CE06-56D9-3DC160C8C9B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595AA050-5097-F1E2-FCDB-F7CA2381EFD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C589BD-AD35-1DA2-064B-BF85576F51C9}"/>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24EE502-40BF-E493-1E4D-9FC49E0FD61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B040B6A-8F0A-43CE-4DD0-D0E53DAB1693}"/>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C56269D-DFA5-A378-CDB7-6C6E4EA4FA71}"/>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BBC506E2-7BFA-5274-37BE-5C04AAA7BCF1}"/>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A0541347-6880-25A9-810A-CD0FC4EA1025}"/>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2A9840-F4F5-A4EA-9A7F-00C1665903E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D1530F61-1596-616E-8C26-226C9193B619}"/>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A8A7C1C-8180-1721-BBE0-05B7C662837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BA2D1B56-8128-3D7B-20FC-E52BF0248E84}"/>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A0FF5430-3559-DEA8-900C-15322861F570}"/>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E4BEB8CA-1751-A3F6-C22F-9C2EB8AB3FA9}"/>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6233FF-59EB-0873-D8B3-B4EBC3139A9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E6CE2DE0-A947-C5C9-242B-CC91613FCEAA}"/>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FDB4816B-1F83-0A37-543B-085F737BCF63}"/>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72B1159B-4F66-978F-D1C7-5CF14100E22C}"/>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EA2B142-FE8A-5DC2-E3B0-AB622DAA17E9}"/>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72419DF-6846-DF7C-F178-AD715DF6FB6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D57C85D5-356B-68AD-7507-A8182D249109}"/>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07DECCD-FE94-C90F-D451-AF3D31A46BB7}"/>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5329DBB-3255-1756-5F78-FA3D95D0BD38}"/>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3F4D19C-AF3A-12DB-3E36-A967A49653EF}"/>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F4B4886-7926-701B-895D-B4BAB1A25D45}"/>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E23F0986-60D4-960C-5195-AA9A545C294D}"/>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E35AD24-B504-3EA9-3300-29B5908B32E4}"/>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894E8FE-316C-6D27-4BE7-B6B96EB63957}"/>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B27784C-E498-0FDA-914F-B87A6C5D3BAE}"/>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68E0590-F95E-04D8-76D7-03CAFA552ED1}"/>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29A5E2D0-527D-4C22-1675-2C7416381E5D}"/>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5BFADE33-0DD5-2E91-A7D5-7CA3D5580860}"/>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C6139846-AF29-58CC-2604-5334A5CED0E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1777CF0-D5F0-CF33-5DE9-C3D98116CA32}"/>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7E7A68E1-2D97-C8BC-501A-9A846DB50778}"/>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7239228-6BF8-475C-89C9-5C4BEDFA3CA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C5194064-4072-A90C-37C5-CA46F7B5F543}"/>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49B873C-20E2-DF93-2F4B-ED9777D5E637}"/>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ED632984-2B60-460D-0442-E43ED109BC6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D05E7D4-575B-D13C-AABA-EF10A928BF05}"/>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82B1AA-B56D-3E89-0F1E-EC28D104F7C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1A88502-8FEC-6556-1FCF-7C60427FEE0C}"/>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163769BA-AB7E-24FA-0B14-00346B70232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F7C907E-F6A7-F1F4-A997-B31F7DF56B44}"/>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D3B71179-B0F9-C8F5-23E1-9F8EF941807E}"/>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A4265180-AAB0-8D74-895D-85482649D57C}"/>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992537D-D571-AB79-EEDA-8149A3426B41}"/>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04479DC-5679-28D9-3FCE-8EFFCF27DB29}"/>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9ABC8E88-E134-59DF-332F-EB02A12BBC1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CB04268-FA90-250A-7930-2A7ACE65B95B}"/>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AC61CDFD-9709-A6C6-848F-88E259F3E0D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C587059-2A26-E7D2-2548-A09EC4973C62}"/>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E8BB0FE-A627-6ABF-D259-0BF069542721}"/>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3E40055-514B-77B3-29FB-1A881E54CF77}"/>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2350432-7243-3C96-5F1C-E94FE9B2C60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F4B7E48-4F14-FA42-6974-72E18C5DC955}"/>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F267A998-1F9B-4A75-9BB0-23FB45FC55F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EFBBF47-0130-5A6B-30F0-49E0A629FCAA}"/>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D6B7E78-5FE0-2DBD-FA52-E23507080E78}"/>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5EB7A60-909B-616E-5C4C-520E4B5C7E0F}"/>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CB13A06E-2D3E-DE31-FEDC-E58196900C64}"/>
              </a:ext>
            </a:extLst>
          </p:cNvPr>
          <p:cNvGraphicFramePr>
            <a:graphicFrameLocks noGrp="1"/>
          </p:cNvGraphicFramePr>
          <p:nvPr>
            <p:extLst>
              <p:ext uri="{D42A27DB-BD31-4B8C-83A1-F6EECF244321}">
                <p14:modId xmlns:p14="http://schemas.microsoft.com/office/powerpoint/2010/main" val="473172669"/>
              </p:ext>
            </p:extLst>
          </p:nvPr>
        </p:nvGraphicFramePr>
        <p:xfrm>
          <a:off x="1123374" y="2820513"/>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1YAA</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AF-P17649-F1-model_v6.pdb (AlphaFold</a:t>
                      </a:r>
                      <a:r>
                        <a:rPr lang="en-US" sz="1200" dirty="0"/>
                        <a:t>)</a:t>
                      </a:r>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AF-P39708-F1-model_v6.pdb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YJL101C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5"/>
                        </a:rPr>
                        <a:t>3IG5 3IG8 3LVW</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b="1" dirty="0"/>
                        <a:t>YKL132C</a:t>
                      </a:r>
                      <a:r>
                        <a:rPr lang="en-US" sz="1200" dirty="0"/>
                        <a:t> or YOR241W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6"/>
                        </a:rPr>
                        <a:t>AF-P36001-F1-model_v6.pdb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YNR013C</a:t>
                      </a:r>
                    </a:p>
                  </a:txBody>
                  <a:tcPr/>
                </a:tc>
                <a:tc>
                  <a:txBody>
                    <a:bodyPr/>
                    <a:lstStyle/>
                    <a:p>
                      <a:r>
                        <a:rPr lang="en-US" sz="1200" dirty="0">
                          <a:hlinkClick r:id="rId37"/>
                        </a:rPr>
                        <a:t>AF-P27514-F1-model_v6.pdb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7EA90648-1205-6B63-D211-F36393068901}"/>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AB1D596F-1AB1-F12A-7F5F-D0DFB4DEDB29}"/>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B2531E2-0286-019E-DF1C-2AEA298CB8DF}"/>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E4167006-C90C-8F14-4DB2-B64C89817FA6}"/>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850FBC4D-16A6-87E9-60BA-53D7B2339CFD}"/>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A1458D53-ADD5-2A27-D3AA-70942A197861}"/>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F7DF4E02-3DFC-9217-F9BA-B2A28EE35149}"/>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5026231-8CDB-5C1A-18B6-2B811518C275}"/>
              </a:ext>
            </a:extLst>
          </p:cNvPr>
          <p:cNvSpPr txBox="1"/>
          <p:nvPr/>
        </p:nvSpPr>
        <p:spPr>
          <a:xfrm>
            <a:off x="22471" y="2619368"/>
            <a:ext cx="986167" cy="369332"/>
          </a:xfrm>
          <a:prstGeom prst="rect">
            <a:avLst/>
          </a:prstGeom>
          <a:noFill/>
        </p:spPr>
        <p:txBody>
          <a:bodyPr wrap="none" rtlCol="0">
            <a:spAutoFit/>
          </a:bodyPr>
          <a:lstStyle/>
          <a:p>
            <a:r>
              <a:rPr lang="en-US" dirty="0"/>
              <a:t>Motif 37</a:t>
            </a:r>
          </a:p>
        </p:txBody>
      </p:sp>
    </p:spTree>
    <p:extLst>
      <p:ext uri="{BB962C8B-B14F-4D97-AF65-F5344CB8AC3E}">
        <p14:creationId xmlns:p14="http://schemas.microsoft.com/office/powerpoint/2010/main" val="29315360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6C753-A552-3739-A706-9C92A73FA494}"/>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BBAD29F3-D46F-F54C-411A-1B8BB8D3E7FD}"/>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2CB5D7DD-8D01-1FA8-D339-B9D04A129ADF}"/>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6141D38-07AE-57A9-DCA9-D120D84B7267}"/>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A28FD22F-5073-16B6-7D07-E93D55DFBB22}"/>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247787B-7252-D9EA-C0D3-D16AA8C73A94}"/>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8191CF74-DAED-ED1D-A1D1-564433505060}"/>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068F3A77-2372-4D9C-64E3-987AE7386341}"/>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A523B16-1F08-26FB-E0A9-A3DE5EBF8172}"/>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464875DF-EB12-10D7-CC0F-9ED22AFC7136}"/>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304B354-DDDF-1E3B-FE34-5BF5FAD6182A}"/>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94302B4A-3EC2-293D-853F-69EF634FD0C7}"/>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7B3ED70F-A33E-63A5-4D3E-DD7AF8CCFB75}"/>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DD4989DD-FA2B-B0FE-6C1E-459645F3ADF1}"/>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B03C318F-0C34-1936-C28A-1DF9025471AF}"/>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90E6EE9-6F23-4178-C38B-131EC6A555F5}"/>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B05F20D-E236-9D5A-913F-1362DF627BDC}"/>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B96095-C270-40A4-711C-CD08F67E140C}"/>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FB2197D4-ED75-A8F9-5543-CC3457A8B3AF}"/>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C96BC47-B809-8E33-6C13-1D45C0F33B26}"/>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02A278F-43C8-BDE6-418A-59257EB9F277}"/>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65DD210-A1B3-08FF-8BBF-09D5C817A3F2}"/>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015FBA70-F8B1-4D77-8064-4325040401EF}"/>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FF77E2E5-1E4A-1A20-AE6E-E2420AB10DF0}"/>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9C37C814-9C21-C0F3-6D1F-328C4ACCCA84}"/>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02D3467-F8A7-92D9-7E23-86E86235E66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E80842EF-855B-4558-49AC-1516433BFD01}"/>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B21A6227-9585-A777-69F4-6E2084EB9202}"/>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299658ED-CB72-1764-3510-194E08FF48D6}"/>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9114C551-7000-83AF-F899-1CB40EA37F2B}"/>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FDCC5A84-0186-5EB4-4256-988A1E29D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7821CB79-FD08-84AC-AA0A-1998ADAF07B8}"/>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5AAA15DC-5217-266C-E696-6CE4CF1C2B69}"/>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173B8D90-F057-D6C8-4336-33ECA2CDD6D5}"/>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B8516E88-9B5D-5C40-94C0-E4CA216011E1}"/>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943D5DF9-ED1B-D46C-6398-CF42B6F7BDB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C306926B-4217-1D49-E196-D8246735E5FA}"/>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66E83254-6950-FE76-5C09-3915AEA6745D}"/>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B02C3DE-B7E2-2FB7-0A87-8AEB1C1C6262}"/>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542536A-D764-A202-071B-FFAEA566E6D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F712ABEF-0B84-1219-1BCF-595C9A3EDD3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A01B46-209E-8B35-7318-349D40ED7657}"/>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5F2F7D08-8974-236F-3EBB-17EEE5C6D199}"/>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6DB5520-E0FF-E35B-2066-7D83C7C98768}"/>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B41B64B8-3394-79A1-F25F-3C465A84B35B}"/>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D0FA22CF-870A-BF6A-DE17-DFD11C48B58B}"/>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64CF2DAF-B4F2-9363-7480-0CF5AE476874}"/>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BDF347D-E890-DC55-8D6C-E8D69EAC849F}"/>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7E8CD7B-6F4A-DCE7-1187-E451343B0D4A}"/>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AE371183-99DF-CA2B-E537-A14657AF513F}"/>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79B341A-83F9-FA66-3246-DAE022F9EA43}"/>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FEDBA0A-F84A-08ED-9148-39B2CDBBA8BA}"/>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A18FE85C-5E23-040C-DCC0-5CEF9B611679}"/>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54BEA95A-32BB-BF70-E0BB-F03E5D9ED468}"/>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40EB7FDD-C7DD-C847-C72F-BB17A68FE08C}"/>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5653857-F030-BA8E-2353-91A799900528}"/>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F2195A0C-A736-0725-4E3E-676BA0C3D94F}"/>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AA49FFDB-CAA6-792B-9F45-CF823F2C2341}"/>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070A140-80FB-C4AA-FC01-2D667C595826}"/>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E3710A36-94C6-D54E-884D-ADCD7507AC08}"/>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E9AA8908-0283-1075-B3CA-03C6D49F68A8}"/>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3C6C82E-95AD-FD6E-AC84-7DF2CB95180A}"/>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22FEFDF0-B801-9ECE-3BFE-D34591D2D193}"/>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9A02CC37-3AD0-41BB-5C92-FBA6BF47D104}"/>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8D8BC479-9AB5-ABFB-7592-9623B653E196}"/>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1215678-149D-9D95-8DD9-A135BD07B160}"/>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21A08E05-EBCA-14B3-9C4F-0D065981640B}"/>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9E75704-1D79-E983-9499-F6C53B46E3B9}"/>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7FB2B305-67A7-D080-51EE-FF9C09B313EE}"/>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41CC8F4-EF68-E8D5-5001-11DFE5D02648}"/>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D0F00B93-063D-7E2D-53E4-AED7FB9300FC}"/>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32C7987-0D7E-B5CA-C117-23C56005954A}"/>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F482FA3D-BBAF-82DC-C719-591FDAE6E387}"/>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C65DE95-FC67-AC7C-F996-DF860AD024C1}"/>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54EE1BFD-B9F5-FF3B-29C1-BFDF38C73527}"/>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5B53F97-EE65-3D67-5FA0-BCE6508F196F}"/>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8D895DFD-5FD4-B428-957C-A12D2FC713B8}"/>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2767EA7-D22C-1F98-F367-79EED835B095}"/>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7FAABFF5-446D-0662-1965-E0455058E22C}"/>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B77B387-2280-C611-D675-22173026096C}"/>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FFBF6754-372B-7363-62F5-6614413DE55B}"/>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762AA94-BFF6-B53E-EEF2-5C0087D6CC54}"/>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993BD7CC-1F1D-6CF7-F4AB-96992B1693D0}"/>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5CDB83-3B7A-E87F-9924-92062210B74B}"/>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ADC20493-5371-1632-FE84-35E092D4701F}"/>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E5D2AD1F-2F34-E7CB-0320-D3EE21347DC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8601D6-B9DC-93AB-9A78-AE7D3DFAD310}"/>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180AC030-1DE8-B9FF-47D0-7C3407ADFA42}"/>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FBCE8D82-29F3-CEFB-3FEF-728281CE4425}"/>
              </a:ext>
            </a:extLst>
          </p:cNvPr>
          <p:cNvSpPr txBox="1"/>
          <p:nvPr/>
        </p:nvSpPr>
        <p:spPr>
          <a:xfrm>
            <a:off x="3144899" y="1921743"/>
            <a:ext cx="986167" cy="369332"/>
          </a:xfrm>
          <a:prstGeom prst="rect">
            <a:avLst/>
          </a:prstGeom>
          <a:noFill/>
        </p:spPr>
        <p:txBody>
          <a:bodyPr wrap="none" rtlCol="0">
            <a:spAutoFit/>
          </a:bodyPr>
          <a:lstStyle/>
          <a:p>
            <a:r>
              <a:rPr lang="en-US" dirty="0"/>
              <a:t>Motif 37</a:t>
            </a:r>
          </a:p>
        </p:txBody>
      </p:sp>
      <p:sp>
        <p:nvSpPr>
          <p:cNvPr id="7" name="Rectangle: Rounded Corners 6">
            <a:extLst>
              <a:ext uri="{FF2B5EF4-FFF2-40B4-BE49-F238E27FC236}">
                <a16:creationId xmlns:a16="http://schemas.microsoft.com/office/drawing/2014/main" id="{C41D6FB0-3F04-FC8B-3250-195BD36A0684}"/>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38AE8184-1727-3F2E-3482-FB49C767F536}"/>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F4799ECF-24C3-90EE-9230-22B1D25A5EFA}"/>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5A0D316A-BFA7-BDBE-654C-97FF91C4AACF}"/>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C3F6464D-26D9-7AD9-EFD8-FB2D3CC29EF1}"/>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615B6936-BF48-5A9A-C92E-812AA4001E0F}"/>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351A2A4C-5E7A-DFF4-0FE9-DD7BF2AAA11C}"/>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A493279D-7BFD-085F-94FD-9F14B1751A2E}"/>
              </a:ext>
            </a:extLst>
          </p:cNvPr>
          <p:cNvSpPr/>
          <p:nvPr/>
        </p:nvSpPr>
        <p:spPr>
          <a:xfrm>
            <a:off x="7695950" y="3817597"/>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0AEFDE08-5F46-E94B-E0E9-115D23113182}"/>
              </a:ext>
            </a:extLst>
          </p:cNvPr>
          <p:cNvSpPr/>
          <p:nvPr/>
        </p:nvSpPr>
        <p:spPr>
          <a:xfrm>
            <a:off x="5954929" y="38751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Rounded Corners 24">
            <a:extLst>
              <a:ext uri="{FF2B5EF4-FFF2-40B4-BE49-F238E27FC236}">
                <a16:creationId xmlns:a16="http://schemas.microsoft.com/office/drawing/2014/main" id="{AB24ECEF-0841-1284-57BC-62565CA3FF26}"/>
              </a:ext>
            </a:extLst>
          </p:cNvPr>
          <p:cNvSpPr/>
          <p:nvPr/>
        </p:nvSpPr>
        <p:spPr>
          <a:xfrm>
            <a:off x="5363679" y="3609975"/>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4DE1ABDA-5A8B-CA71-0BE8-65C8A0D12CCE}"/>
                  </a:ext>
                </a:extLst>
              </p:cNvPr>
              <p:cNvSpPr txBox="1"/>
              <p:nvPr/>
            </p:nvSpPr>
            <p:spPr>
              <a:xfrm>
                <a:off x="7449383" y="3425309"/>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E1250E81-9DF2-9CAA-EDF2-F2016CE142C7}"/>
                  </a:ext>
                </a:extLst>
              </p:cNvPr>
              <p:cNvSpPr txBox="1">
                <a:spLocks noRot="1" noChangeAspect="1" noMove="1" noResize="1" noEditPoints="1" noAdjustHandles="1" noChangeArrowheads="1" noChangeShapeType="1" noTextEdit="1"/>
              </p:cNvSpPr>
              <p:nvPr/>
            </p:nvSpPr>
            <p:spPr>
              <a:xfrm>
                <a:off x="7449383" y="3425309"/>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39192E7-4FE4-F95D-79CE-F42F8514F057}"/>
                  </a:ext>
                </a:extLst>
              </p:cNvPr>
              <p:cNvSpPr txBox="1"/>
              <p:nvPr/>
            </p:nvSpPr>
            <p:spPr>
              <a:xfrm>
                <a:off x="5165317" y="3248025"/>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9" name="TextBox 28">
                <a:extLst>
                  <a:ext uri="{FF2B5EF4-FFF2-40B4-BE49-F238E27FC236}">
                    <a16:creationId xmlns:a16="http://schemas.microsoft.com/office/drawing/2014/main" id="{EEAAA924-E685-B240-BF0D-ACC1C15BA75D}"/>
                  </a:ext>
                </a:extLst>
              </p:cNvPr>
              <p:cNvSpPr txBox="1">
                <a:spLocks noRot="1" noChangeAspect="1" noMove="1" noResize="1" noEditPoints="1" noAdjustHandles="1" noChangeArrowheads="1" noChangeShapeType="1" noTextEdit="1"/>
              </p:cNvSpPr>
              <p:nvPr/>
            </p:nvSpPr>
            <p:spPr>
              <a:xfrm>
                <a:off x="5165317" y="3248025"/>
                <a:ext cx="352041" cy="369332"/>
              </a:xfrm>
              <a:prstGeom prst="rect">
                <a:avLst/>
              </a:prstGeom>
              <a:blipFill>
                <a:blip r:embed="rId30"/>
                <a:stretch>
                  <a:fillRect r="-3103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22BBCB8-618E-CF0E-6B6E-FE34D00782E0}"/>
                  </a:ext>
                </a:extLst>
              </p:cNvPr>
              <p:cNvSpPr txBox="1"/>
              <p:nvPr/>
            </p:nvSpPr>
            <p:spPr>
              <a:xfrm>
                <a:off x="6106782" y="3481662"/>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m:t>
                          </m:r>
                          <m:r>
                            <m:rPr>
                              <m:sty m:val="p"/>
                            </m:rPr>
                            <a:rPr lang="de-DE" sz="1800" b="0" i="1" smtClean="0">
                              <a:solidFill>
                                <a:schemeClr val="tx1"/>
                              </a:solidFill>
                              <a:latin typeface="Cambria Math" panose="02040503050406030204" pitchFamily="18" charset="0"/>
                            </a:rPr>
                            <m:t>o</m:t>
                          </m:r>
                        </m:sub>
                      </m:sSub>
                    </m:oMath>
                  </m:oMathPara>
                </a14:m>
                <a:endParaRPr lang="en-US" dirty="0">
                  <a:solidFill>
                    <a:schemeClr val="tx1"/>
                  </a:solidFill>
                </a:endParaRPr>
              </a:p>
            </p:txBody>
          </p:sp>
        </mc:Choice>
        <mc:Fallback>
          <p:sp>
            <p:nvSpPr>
              <p:cNvPr id="5" name="TextBox 4">
                <a:extLst>
                  <a:ext uri="{FF2B5EF4-FFF2-40B4-BE49-F238E27FC236}">
                    <a16:creationId xmlns:a16="http://schemas.microsoft.com/office/drawing/2014/main" id="{E22BBCB8-618E-CF0E-6B6E-FE34D00782E0}"/>
                  </a:ext>
                </a:extLst>
              </p:cNvPr>
              <p:cNvSpPr txBox="1">
                <a:spLocks noRot="1" noChangeAspect="1" noMove="1" noResize="1" noEditPoints="1" noAdjustHandles="1" noChangeArrowheads="1" noChangeShapeType="1" noTextEdit="1"/>
              </p:cNvSpPr>
              <p:nvPr/>
            </p:nvSpPr>
            <p:spPr>
              <a:xfrm>
                <a:off x="6106782" y="3481662"/>
                <a:ext cx="352041" cy="369332"/>
              </a:xfrm>
              <a:prstGeom prst="rect">
                <a:avLst/>
              </a:prstGeom>
              <a:blipFill>
                <a:blip r:embed="rId31"/>
                <a:stretch>
                  <a:fillRect r="-27586"/>
                </a:stretch>
              </a:blipFill>
            </p:spPr>
            <p:txBody>
              <a:bodyPr/>
              <a:lstStyle/>
              <a:p>
                <a:r>
                  <a:rPr lang="en-US">
                    <a:noFill/>
                  </a:rPr>
                  <a:t> </a:t>
                </a:r>
              </a:p>
            </p:txBody>
          </p:sp>
        </mc:Fallback>
      </mc:AlternateContent>
    </p:spTree>
    <p:extLst>
      <p:ext uri="{BB962C8B-B14F-4D97-AF65-F5344CB8AC3E}">
        <p14:creationId xmlns:p14="http://schemas.microsoft.com/office/powerpoint/2010/main" val="22604285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B6A44FD-3F96-2AE9-5603-415F1AA1A40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BE05E938-19BC-A8DA-2A94-BDAEA443E65A}"/>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651A1DA-588B-49C6-33EA-7C271DF3405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2651A1DA-588B-49C6-33EA-7C271DF3405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83A27FB-80F4-4424-CA6C-0789BDB18062}"/>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83A27FB-80F4-4424-CA6C-0789BDB18062}"/>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83D11F7B-C631-EFFB-8D5E-AA5E556E5FCB}"/>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A00B3EA-E209-FD6B-E5BB-393C80867455}"/>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A00B3EA-E209-FD6B-E5BB-393C80867455}"/>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BBD7688-93D3-9FC7-0747-5C696468EC4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BBD7688-93D3-9FC7-0747-5C696468EC4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903DACC5-4637-9B9F-C63C-132369EDA2D1}"/>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C094EDA-AD31-A72F-B4FD-A92113471869}"/>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C094EDA-AD31-A72F-B4FD-A92113471869}"/>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0C0F86-3503-9915-F707-4C009B27DE98}"/>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1589E87-E2D8-4FA4-6058-8BAD37358D0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7ED18C7-3441-4D25-4AEC-538B59B48F2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BFDEB70-3056-6E4B-D30F-2FD8D3A79E5B}"/>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9AEF1100-897A-20E3-65BE-AF522DB3B4C4}"/>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9512FD-F999-6546-F98E-030BD405C659}"/>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D1AD2E6-101B-9310-7B1D-EDAB745325A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57A96B45-8F84-754A-AA0E-841FA4B67F3E}"/>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5B687944-27BF-8C93-DAB1-76099607F2B7}"/>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5B687944-27BF-8C93-DAB1-76099607F2B7}"/>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0EB6DCFD-28DF-2DED-2A78-461D477CAD5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86CA712-4404-2C4A-60D8-4C79F956F1ED}"/>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89E0EEC-13AF-3517-E9D0-670DD4A5007B}"/>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6A13FDC-CC18-09B3-018D-E0C973A6466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6A13FDC-CC18-09B3-018D-E0C973A6466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EE687643-AEE4-0F7C-6D06-3E3F9F1902A4}"/>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5B52696-F9BB-67C9-6879-76D4C7803414}"/>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5B52696-F9BB-67C9-6879-76D4C7803414}"/>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DB00FA7-5459-A94B-A0AE-F780E229BD4E}"/>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35314BCD-87BA-F7C5-D620-9BCEC059C726}"/>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35314BCD-87BA-F7C5-D620-9BCEC059C726}"/>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B718C12-E555-ABF7-4687-85AD8F34AC92}"/>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35AC4D78-2D6A-1A6C-C5E1-86A8178E6503}"/>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0968CE85-5B12-A4EE-82DB-4E659D6392A6}"/>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3B33B7F-A4CE-9170-F9B2-94F2D9FB7DBD}"/>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5558D976-8A1B-F2C0-B790-F622C63C30D7}"/>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BEA7748-58A2-0A7C-07C3-257ABB4341B4}"/>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BEA7748-58A2-0A7C-07C3-257ABB4341B4}"/>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3712196-0542-90A0-AD3B-8AEC301B6051}"/>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3712196-0542-90A0-AD3B-8AEC301B6051}"/>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2A7D811-BEE8-AF02-355B-BB377CEA06DB}"/>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2A7D811-BEE8-AF02-355B-BB377CEA06DB}"/>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98A7ECF-E151-495F-1C72-50A2931B0CC5}"/>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3BE2D1B-EC0F-ED78-64EF-6EBEF79CA17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3BE2D1B-EC0F-ED78-64EF-6EBEF79CA17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5536CAD-78D2-FBC1-67EE-820F1857C54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9F461F3C-F5C2-5935-86E4-0A5E11FDC13F}"/>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9F461F3C-F5C2-5935-86E4-0A5E11FDC13F}"/>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553665F8-D954-EA5E-4652-34595A5B0B3A}"/>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553665F8-D954-EA5E-4652-34595A5B0B3A}"/>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039E400-237A-BF32-194A-7E7423383CED}"/>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9973629-E0D4-1021-1EE0-B3D21EC75AA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38E5A670-7A66-A8F1-2210-404E3AEA8816}"/>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2AA0809-8CA8-6BBC-2C81-C022318053F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D5D82B9-8235-71DD-2CD7-3CFB41D9ED4E}"/>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4D5D82B9-8235-71DD-2CD7-3CFB41D9ED4E}"/>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0A66980-5F15-515B-BAF2-7F3E8ABA373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0A66980-5F15-515B-BAF2-7F3E8ABA373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6FE46C90-1E02-52D9-21C3-C32301ADB4E0}"/>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6FE46C90-1E02-52D9-21C3-C32301ADB4E0}"/>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5F6689A-EB0E-0049-8C9B-D0289904379D}"/>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5F6689A-EB0E-0049-8C9B-D0289904379D}"/>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3F54691-54C1-55DA-0072-D010BD1B81B4}"/>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BB223592-D50D-E30A-710A-A5B138581AF0}"/>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866AA3D-7C61-7C8B-3621-A617FBF76B6E}"/>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66AA3D-7C61-7C8B-3621-A617FBF76B6E}"/>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DB75D15-90CB-02CA-CBCF-5C89B188237C}"/>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822D7A-C1EC-1AFF-A2F5-7A4C11039D3B}"/>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BBB2760-8873-B010-8A1C-3A0D0F9BCB6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284217B-E44C-7903-419F-838155ADE337}"/>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90049F7-DFCB-1784-6F36-34BE99855192}"/>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90049F7-DFCB-1784-6F36-34BE99855192}"/>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C56E690-760F-907A-54C3-2DE5011CC3E4}"/>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9C56E690-760F-907A-54C3-2DE5011CC3E4}"/>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F3802A3-79CE-2716-0F01-114729E6EDFD}"/>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2F3802A3-79CE-2716-0F01-114729E6EDFD}"/>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26CF2CA-0D04-921E-4483-36FEFC054460}"/>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026CF2CA-0D04-921E-4483-36FEFC054460}"/>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F5B4F2E5-C85C-8F72-CE1C-399C881D8AF1}"/>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F5B4F2E5-C85C-8F72-CE1C-399C881D8AF1}"/>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F69BD6D-97C4-361F-3F28-DD6705820BB3}"/>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28815C00-3138-1E48-546E-DE302A1B9EF1}"/>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D7BB620-3D47-77C0-62CC-8265582D421E}"/>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B12087C9-4169-19DE-13AC-D66DECED17D4}"/>
              </a:ext>
            </a:extLst>
          </p:cNvPr>
          <p:cNvGraphicFramePr>
            <a:graphicFrameLocks noGrp="1"/>
          </p:cNvGraphicFramePr>
          <p:nvPr/>
        </p:nvGraphicFramePr>
        <p:xfrm>
          <a:off x="822533" y="3008092"/>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b="1" dirty="0"/>
                        <a:t>YGR192C</a:t>
                      </a:r>
                      <a:r>
                        <a:rPr lang="en-US" sz="1200" dirty="0"/>
                        <a:t> or YJL052W or YJR009C</a:t>
                      </a: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YLR410W</a:t>
                      </a:r>
                    </a:p>
                  </a:txBody>
                  <a:tcPr/>
                </a:tc>
                <a:tc>
                  <a:txBody>
                    <a:bodyPr/>
                    <a:lstStyle/>
                    <a:p>
                      <a:r>
                        <a:rPr lang="" sz="1200" b="0" i="0" dirty="0">
                          <a:solidFill>
                            <a:srgbClr val="0A0A0A"/>
                          </a:solidFill>
                          <a:effectLst/>
                          <a:latin typeface="Lato" panose="020F0502020204030203" pitchFamily="34" charset="0"/>
                          <a:hlinkClick r:id="rId35"/>
                        </a:rPr>
                        <a:t>9GR8</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YDR017C</a:t>
                      </a:r>
                    </a:p>
                  </a:txBody>
                  <a:tcPr/>
                </a:tc>
                <a:tc>
                  <a:txBody>
                    <a:bodyPr/>
                    <a:lstStyle/>
                    <a:p>
                      <a:r>
                        <a:rPr lang="en-US" sz="1200" dirty="0">
                          <a:hlinkClick r:id="rId36"/>
                        </a:rPr>
                        <a:t>AF-Q12494-F1-model_v6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YOR163W</a:t>
                      </a:r>
                    </a:p>
                  </a:txBody>
                  <a:tcPr/>
                </a:tc>
                <a:tc>
                  <a:txBody>
                    <a:bodyPr/>
                    <a:lstStyle/>
                    <a:p>
                      <a:r>
                        <a:rPr lang="" sz="1200" b="0" i="0" dirty="0">
                          <a:solidFill>
                            <a:srgbClr val="0A0A0A"/>
                          </a:solidFill>
                          <a:effectLst/>
                          <a:latin typeface="Lato" panose="020F0502020204030203" pitchFamily="34" charset="0"/>
                          <a:hlinkClick r:id="rId37"/>
                        </a:rPr>
                        <a:t>7AUI</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3873B425-EA69-975C-5A59-4EB8F1FA65B2}"/>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192FF8D3-02F6-5F3A-B8EC-338637CE0D9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7AB15F44-B6EB-B8F2-8748-CDEE4600913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59A96FC2-5507-2CB0-D019-C9000036E1C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2A13997A-8581-7BB6-2F76-2AAF0D481F3D}"/>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D4364FB-65EE-1A5F-71D2-67C7F092D33E}"/>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46F85750-51A9-6F51-01FD-BE1CA00B52E2}"/>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607972EB-CB78-804F-7630-6A4B9758FCDA}"/>
              </a:ext>
            </a:extLst>
          </p:cNvPr>
          <p:cNvSpPr txBox="1"/>
          <p:nvPr/>
        </p:nvSpPr>
        <p:spPr>
          <a:xfrm>
            <a:off x="22471" y="2619368"/>
            <a:ext cx="986167" cy="369332"/>
          </a:xfrm>
          <a:prstGeom prst="rect">
            <a:avLst/>
          </a:prstGeom>
          <a:noFill/>
        </p:spPr>
        <p:txBody>
          <a:bodyPr wrap="none" rtlCol="0">
            <a:spAutoFit/>
          </a:bodyPr>
          <a:lstStyle/>
          <a:p>
            <a:r>
              <a:rPr lang="en-US" dirty="0"/>
              <a:t>Motif 47</a:t>
            </a:r>
          </a:p>
        </p:txBody>
      </p:sp>
    </p:spTree>
    <p:extLst>
      <p:ext uri="{BB962C8B-B14F-4D97-AF65-F5344CB8AC3E}">
        <p14:creationId xmlns:p14="http://schemas.microsoft.com/office/powerpoint/2010/main" val="14902189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C6AAE-E930-24B8-6FF1-D5AF1F6F78C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C4F8B14-C7BA-10C9-FAAF-83E0234A5785}"/>
              </a:ext>
            </a:extLst>
          </p:cNvPr>
          <p:cNvPicPr>
            <a:picLocks noChangeAspect="1"/>
          </p:cNvPicPr>
          <p:nvPr/>
        </p:nvPicPr>
        <p:blipFill>
          <a:blip r:embed="rId3"/>
          <a:stretch>
            <a:fillRect/>
          </a:stretch>
        </p:blipFill>
        <p:spPr>
          <a:xfrm>
            <a:off x="1602984" y="2048382"/>
            <a:ext cx="6388940" cy="4771487"/>
          </a:xfrm>
          <a:prstGeom prst="rect">
            <a:avLst/>
          </a:prstGeom>
        </p:spPr>
      </p:pic>
      <p:grpSp>
        <p:nvGrpSpPr>
          <p:cNvPr id="6" name="Group 5">
            <a:extLst>
              <a:ext uri="{FF2B5EF4-FFF2-40B4-BE49-F238E27FC236}">
                <a16:creationId xmlns:a16="http://schemas.microsoft.com/office/drawing/2014/main" id="{2D170305-B557-3907-D1A0-BF63D076AE85}"/>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E1BBB711-0D7C-09DA-B051-53D49A855A3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D07565C-25AC-BEE3-9257-E3D5D8CAB145}"/>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6D07565C-25AC-BEE3-9257-E3D5D8CAB145}"/>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E2E95488-0701-8DFE-E224-5DCB0FAADBBC}"/>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E2E95488-0701-8DFE-E224-5DCB0FAADBBC}"/>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E4BA71B-806F-8D93-EEC6-08C6E86C545A}"/>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CACA1927-E651-D3A0-DA78-3FAA610FC270}"/>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CACA1927-E651-D3A0-DA78-3FAA610FC270}"/>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EBFD46-359A-313B-11DD-5F1CED5B6E36}"/>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F6EBFD46-359A-313B-11DD-5F1CED5B6E36}"/>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177D833-4DDD-151A-0F10-96CA9DA99A39}"/>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5A08864-2FB6-ACEB-325B-BDEED743C2E9}"/>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B5A08864-2FB6-ACEB-325B-BDEED743C2E9}"/>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29B0C27-6710-3B24-4A56-AB1170887A1A}"/>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521142C-0036-7323-7C7C-29E38319A74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57105BF-E67E-C8AB-5539-23513C51DFF5}"/>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9AAC1C69-E58B-E383-2E93-049DA25EBC1E}"/>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C159DD7F-748F-A80A-ADF6-443C18CEAC05}"/>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3DBDBE7-1812-834E-7EE9-7FD87F889E72}"/>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37009DC-E081-81AD-EFF5-716DC404FB9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E117B4AA-D8F8-F6ED-3541-D693CDF39D2D}"/>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E7F5D5C-5FD0-9D76-821A-7D69B3ED841E}"/>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8E7F5D5C-5FD0-9D76-821A-7D69B3ED841E}"/>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BD3CE64-D6B4-E3C5-8C49-5953D72572D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45232A8A-B8C6-69BC-20E0-FE778D63F699}"/>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E2B31D8F-5C5C-4EA7-7CCC-8CEFE37EC5F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2EEEF7C-6BCB-B899-75B1-9D7DF2DA4877}"/>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32EEEF7C-6BCB-B899-75B1-9D7DF2DA4877}"/>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D01430B7-91CF-7C8B-1569-B62D4580B7E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FDAFCB5-8F0D-4CE0-98AE-DDF2AB7A4CCD}"/>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FFDAFCB5-8F0D-4CE0-98AE-DDF2AB7A4CCD}"/>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5A8D74F3-6002-2CCE-42EC-90CDBFAA0132}"/>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15F3DD86-E7D0-8DFB-3D76-3DA1CA4A98E3}"/>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15F3DD86-E7D0-8DFB-3D76-3DA1CA4A98E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753EF1A2-3B52-D6AB-9E9C-B5548890B093}"/>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61646FB-41C4-0621-D018-986C38B8A00D}"/>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1BAD838-6A8C-601F-560F-9F4A74636839}"/>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A786609-945B-71B6-DB28-4ECC20DC3C99}"/>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5B7C24DB-BBA7-A101-1F99-BCE4570E442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5CAEBAA-952C-B9F6-A428-79EE7A95304D}"/>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D5CAEBAA-952C-B9F6-A428-79EE7A95304D}"/>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3CD022C-39BF-16D6-F472-CC71D5EE8B68}"/>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13CD022C-39BF-16D6-F472-CC71D5EE8B68}"/>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CFEF357-5CFF-7484-D929-99722252DD53}"/>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3CFEF357-5CFF-7484-D929-99722252DD53}"/>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464044F-5D33-40E7-7E50-540A9D74C616}"/>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28C7CDF-4E22-D3DB-42B6-175140AF7C0C}"/>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328C7CDF-4E22-D3DB-42B6-175140AF7C0C}"/>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5ABFE9E-69FF-03BE-FFBC-1972BBEE91AB}"/>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7BFD04-647E-28D7-CB62-74063FC56AC8}"/>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797BFD04-647E-28D7-CB62-74063FC56AC8}"/>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54B1430D-1548-C586-9117-013111E2604D}"/>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54B1430D-1548-C586-9117-013111E2604D}"/>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A7E7C6A-62D9-7144-D5EA-A6810290BF1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19D6A8CC-2771-EDB7-2601-34D21CA56F3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0C2B6104-EA54-CB68-0D27-F7BCFF338017}"/>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A97D09E-BEEF-DB2A-B996-9971A85A8380}"/>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6A657EA-680E-F35F-947D-2836C07FCE06}"/>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46A657EA-680E-F35F-947D-2836C07FCE06}"/>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9291AA7-B2FD-2E5D-289F-545C96C61618}"/>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39291AA7-B2FD-2E5D-289F-545C96C61618}"/>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487893-3821-E1B7-78D1-EF185E267A90}"/>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F6487893-3821-E1B7-78D1-EF185E267A90}"/>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7148150-3D1C-8AB1-0ABE-9F8C1252C980}"/>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57148150-3D1C-8AB1-0ABE-9F8C1252C980}"/>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B379349-7CB8-8BAF-0376-BA7FB5C2173D}"/>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B9A84D26-F451-5CA5-EA09-208B71FC658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5E53F5F-D819-860D-AF86-0D9D0001FDF1}"/>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E5E53F5F-D819-860D-AF86-0D9D0001FDF1}"/>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E34AF2C-9B4C-09A5-B49C-4236F1D08F04}"/>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ADC3D89-A0E0-6AA1-B34C-84FC01F733B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70A5652-3100-F107-11FF-A5C69DE1D37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2207DAE3-1D70-CF60-33EA-27BBB6F28E1D}"/>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CC85C7A-16B0-D341-34C8-3CEBF74685CC}"/>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CCC85C7A-16B0-D341-34C8-3CEBF74685CC}"/>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337D2861-0F3B-30AF-3B57-D9C14D3D0EF0}"/>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337D2861-0F3B-30AF-3B57-D9C14D3D0EF0}"/>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E87511B-CEEB-4D1B-35A1-63903127A625}"/>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DE87511B-CEEB-4D1B-35A1-63903127A625}"/>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4942E22-4EB4-B738-4AE4-266E2E867A87}"/>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44942E22-4EB4-B738-4AE4-266E2E867A87}"/>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27179B8-06C4-925A-F6DB-501CDE2DC47A}"/>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627179B8-06C4-925A-F6DB-501CDE2DC47A}"/>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CBDB59F-4A84-2826-0BE4-7A8183A48C1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2A1BA992-520C-1993-58BE-27637862FAF4}"/>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CB4101EA-1D6C-ABBB-0E69-15991F7B19D1}"/>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ADF2F9D9-2B3F-8A40-FF33-0A77EB18C6CC}"/>
              </a:ext>
            </a:extLst>
          </p:cNvPr>
          <p:cNvSpPr txBox="1"/>
          <p:nvPr/>
        </p:nvSpPr>
        <p:spPr>
          <a:xfrm>
            <a:off x="2160047" y="1956969"/>
            <a:ext cx="986167" cy="369332"/>
          </a:xfrm>
          <a:prstGeom prst="rect">
            <a:avLst/>
          </a:prstGeom>
          <a:noFill/>
        </p:spPr>
        <p:txBody>
          <a:bodyPr wrap="none" rtlCol="0">
            <a:spAutoFit/>
          </a:bodyPr>
          <a:lstStyle/>
          <a:p>
            <a:r>
              <a:rPr lang="en-US" dirty="0"/>
              <a:t>Motif 47</a:t>
            </a:r>
          </a:p>
        </p:txBody>
      </p:sp>
      <p:sp>
        <p:nvSpPr>
          <p:cNvPr id="7" name="Rectangle: Rounded Corners 6">
            <a:extLst>
              <a:ext uri="{FF2B5EF4-FFF2-40B4-BE49-F238E27FC236}">
                <a16:creationId xmlns:a16="http://schemas.microsoft.com/office/drawing/2014/main" id="{7F261501-B5A9-6784-088C-19393B420885}"/>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7FFB87D5-99A2-2651-3E19-AEC6BC9A0EEA}"/>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253FC677-2833-9D0B-5000-58EBBFAEB959}"/>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15F89C92-E035-8D63-443A-923BCE3B3C1D}"/>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2533CE14-BB44-7DA6-96DE-CD7A9DA7AA08}"/>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5105A3C9-ACD2-966D-7B29-AD55BE33C875}"/>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35C499B-EEC3-CEEF-9F6D-6C51B8F8713E}"/>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16DF979C-1A0A-58EB-0537-4888AFA2801B}"/>
              </a:ext>
            </a:extLst>
          </p:cNvPr>
          <p:cNvSpPr/>
          <p:nvPr/>
        </p:nvSpPr>
        <p:spPr>
          <a:xfrm>
            <a:off x="3961257" y="3609975"/>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334B9BEB-01F8-9043-AF0B-DC2A2703F88D}"/>
              </a:ext>
            </a:extLst>
          </p:cNvPr>
          <p:cNvSpPr/>
          <p:nvPr/>
        </p:nvSpPr>
        <p:spPr>
          <a:xfrm>
            <a:off x="5111954" y="3856056"/>
            <a:ext cx="439293" cy="1704975"/>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1010E9BC-400A-5024-24B9-A77FB1722A99}"/>
              </a:ext>
            </a:extLst>
          </p:cNvPr>
          <p:cNvSpPr/>
          <p:nvPr/>
        </p:nvSpPr>
        <p:spPr>
          <a:xfrm>
            <a:off x="3400041" y="367665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15F34B09-C1EC-B1C5-635C-5C3A0DD08260}"/>
                  </a:ext>
                </a:extLst>
              </p:cNvPr>
              <p:cNvSpPr txBox="1"/>
              <p:nvPr/>
            </p:nvSpPr>
            <p:spPr>
              <a:xfrm>
                <a:off x="5284350" y="3540368"/>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15F34B09-C1EC-B1C5-635C-5C3A0DD08260}"/>
                  </a:ext>
                </a:extLst>
              </p:cNvPr>
              <p:cNvSpPr txBox="1">
                <a:spLocks noRot="1" noChangeAspect="1" noMove="1" noResize="1" noEditPoints="1" noAdjustHandles="1" noChangeArrowheads="1" noChangeShapeType="1" noTextEdit="1"/>
              </p:cNvSpPr>
              <p:nvPr/>
            </p:nvSpPr>
            <p:spPr>
              <a:xfrm>
                <a:off x="5284350" y="3540368"/>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C19AC92-62E4-A735-2ECB-8ED7508F2715}"/>
                  </a:ext>
                </a:extLst>
              </p:cNvPr>
              <p:cNvSpPr txBox="1"/>
              <p:nvPr/>
            </p:nvSpPr>
            <p:spPr>
              <a:xfrm>
                <a:off x="3178458" y="3341912"/>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9" name="TextBox 28">
                <a:extLst>
                  <a:ext uri="{FF2B5EF4-FFF2-40B4-BE49-F238E27FC236}">
                    <a16:creationId xmlns:a16="http://schemas.microsoft.com/office/drawing/2014/main" id="{6C19AC92-62E4-A735-2ECB-8ED7508F2715}"/>
                  </a:ext>
                </a:extLst>
              </p:cNvPr>
              <p:cNvSpPr txBox="1">
                <a:spLocks noRot="1" noChangeAspect="1" noMove="1" noResize="1" noEditPoints="1" noAdjustHandles="1" noChangeArrowheads="1" noChangeShapeType="1" noTextEdit="1"/>
              </p:cNvSpPr>
              <p:nvPr/>
            </p:nvSpPr>
            <p:spPr>
              <a:xfrm>
                <a:off x="3178458" y="3341912"/>
                <a:ext cx="352041" cy="369332"/>
              </a:xfrm>
              <a:prstGeom prst="rect">
                <a:avLst/>
              </a:prstGeom>
              <a:blipFill>
                <a:blip r:embed="rId30"/>
                <a:stretch>
                  <a:fillRect r="-3103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D2CED1D5-4146-3C48-7634-B9785FDDFD1B}"/>
                  </a:ext>
                </a:extLst>
              </p:cNvPr>
              <p:cNvSpPr txBox="1"/>
              <p:nvPr/>
            </p:nvSpPr>
            <p:spPr>
              <a:xfrm>
                <a:off x="4135196" y="3210458"/>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p:sp>
            <p:nvSpPr>
              <p:cNvPr id="5" name="TextBox 4">
                <a:extLst>
                  <a:ext uri="{FF2B5EF4-FFF2-40B4-BE49-F238E27FC236}">
                    <a16:creationId xmlns:a16="http://schemas.microsoft.com/office/drawing/2014/main" id="{D2CED1D5-4146-3C48-7634-B9785FDDFD1B}"/>
                  </a:ext>
                </a:extLst>
              </p:cNvPr>
              <p:cNvSpPr txBox="1">
                <a:spLocks noRot="1" noChangeAspect="1" noMove="1" noResize="1" noEditPoints="1" noAdjustHandles="1" noChangeArrowheads="1" noChangeShapeType="1" noTextEdit="1"/>
              </p:cNvSpPr>
              <p:nvPr/>
            </p:nvSpPr>
            <p:spPr>
              <a:xfrm>
                <a:off x="4135196" y="3210458"/>
                <a:ext cx="352041" cy="369332"/>
              </a:xfrm>
              <a:prstGeom prst="rect">
                <a:avLst/>
              </a:prstGeom>
              <a:blipFill>
                <a:blip r:embed="rId31"/>
                <a:stretch>
                  <a:fillRect r="-32759"/>
                </a:stretch>
              </a:blipFill>
            </p:spPr>
            <p:txBody>
              <a:bodyPr/>
              <a:lstStyle/>
              <a:p>
                <a:r>
                  <a:rPr lang="en-US">
                    <a:noFill/>
                  </a:rPr>
                  <a:t> </a:t>
                </a:r>
              </a:p>
            </p:txBody>
          </p:sp>
        </mc:Fallback>
      </mc:AlternateContent>
    </p:spTree>
    <p:extLst>
      <p:ext uri="{BB962C8B-B14F-4D97-AF65-F5344CB8AC3E}">
        <p14:creationId xmlns:p14="http://schemas.microsoft.com/office/powerpoint/2010/main" val="41043829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14B15E-8FB2-487C-70D0-D8134A6E76CD}"/>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C9556259-5CAA-486C-DDDE-C59F8F04CE9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04018D9B-B6A5-1B79-806D-2C78FFE0A3A4}"/>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04018D9B-B6A5-1B79-806D-2C78FFE0A3A4}"/>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E057C2D8-131F-BB89-E320-FC13AA409373}"/>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E057C2D8-131F-BB89-E320-FC13AA409373}"/>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9841425-A03D-B634-0D3C-55FFEB32B5DE}"/>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2237F081-3ADB-C162-3F22-8C6E91104055}"/>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2237F081-3ADB-C162-3F22-8C6E91104055}"/>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DDCFE432-3056-A18C-93DB-0CE13441F515}"/>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DDCFE432-3056-A18C-93DB-0CE13441F515}"/>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CE8A0893-0140-05BA-5C48-BA0ABB55A68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D402E72-17B9-B380-1F42-C5F828CF8E88}"/>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D402E72-17B9-B380-1F42-C5F828CF8E88}"/>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01F29C2-F05D-7844-5992-5A2C2915472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338F716-08D8-F050-1738-95ECD4C7EED9}"/>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009BFBE-169E-44EF-1A9D-B9C7CD9437F1}"/>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B6F6279-7226-1299-41B8-B9FD7DDCB69E}"/>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759CBCEE-00E3-9B92-502F-63DE37D7288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A48BF14-0458-7AD8-8CE2-6114BF69F4A4}"/>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9426345-D30C-4191-5E62-E36123FA13E6}"/>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7FB8C101-3BAA-D1AF-9174-097484D419DF}"/>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4B0F092-9C18-A775-5569-4A873BA0DF8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14B0F092-9C18-A775-5569-4A873BA0DF8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8DBA623C-E697-95E3-78FC-A3CC7558CED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192F334C-1622-45A1-692C-6730AB797ADB}"/>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91D29F41-577D-2093-F773-C95A8D74A74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4FED3CA-0553-747B-9633-21D6D7C197E3}"/>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4FED3CA-0553-747B-9633-21D6D7C197E3}"/>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BA114CC-3E23-D256-471D-C06B9F14A01C}"/>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8C3C7D88-2853-E58A-9F27-2F6D87E8E14A}"/>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8C3C7D88-2853-E58A-9F27-2F6D87E8E14A}"/>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AE4A6B5D-3A8D-EA30-E49B-225885049A5A}"/>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8DBC075-9C06-C425-A1DC-8B4B5B176DAD}"/>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8DBC075-9C06-C425-A1DC-8B4B5B176DAD}"/>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C07BC58-3E2E-75E2-07F6-750E8DA34F7C}"/>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8F82EDF4-7214-5B6D-E266-F91524184FF9}"/>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7DE3134-1FF1-78D2-4805-D23BAFF22611}"/>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CAC403B-846F-A177-899B-04348636904E}"/>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771FA6D4-7CF2-9F17-2BC6-B791E2B5DBD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F2D7987-BA2D-3C58-6A64-24D7B6CC396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F2D7987-BA2D-3C58-6A64-24D7B6CC396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5E30B819-F259-88EC-6AC2-139B4246AB91}"/>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5E30B819-F259-88EC-6AC2-139B4246AB91}"/>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EF3A8F1-8677-C379-9213-8841A449A506}"/>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EF3A8F1-8677-C379-9213-8841A449A506}"/>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3EFA54-5302-C456-2E4B-02668BB7BEDE}"/>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0063377-996C-6E7C-5D02-973E92737C60}"/>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0063377-996C-6E7C-5D02-973E92737C60}"/>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B1E7B7F-3879-E9AD-E0C0-8DDCC21EF67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0E218D2-645D-915B-00D0-AB00333B909E}"/>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0E218D2-645D-915B-00D0-AB00333B909E}"/>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670147-FD72-6C55-897E-0BE5CBBCF04F}"/>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670147-FD72-6C55-897E-0BE5CBBCF04F}"/>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CE9EF1A-3C0D-91C2-4BCA-6B2F61147F3D}"/>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FCFE26E-0410-3A4E-0A23-D00257A65DF9}"/>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72B10242-6C9F-6FF7-1897-9D03B527C0D7}"/>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A6E7938-867C-6171-0CB9-591ED423379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4A9039A-014C-DF0E-09DD-2E74E455B83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04A9039A-014C-DF0E-09DD-2E74E455B83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DC659E3-2971-14E2-BA7B-A78DE8A778AB}"/>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DC659E3-2971-14E2-BA7B-A78DE8A778AB}"/>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2133CF0-E626-1257-F97C-978553D65600}"/>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A2133CF0-E626-1257-F97C-978553D65600}"/>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E44B191-E199-D861-FE32-EABEF2E39F48}"/>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E44B191-E199-D861-FE32-EABEF2E39F48}"/>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A19BB60-ECDF-68DF-C2D1-97B0FA992D9F}"/>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8FE41D7-E440-6968-7C93-F6E83BDDD182}"/>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8255EA8-A020-346E-005C-D0B1E5E3234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A8255EA8-A020-346E-005C-D0B1E5E3234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C7803F4-4D7F-8E47-809D-1805457E787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66EDC1B-7F5B-1059-B318-5B179EA1C38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53047A-7CD2-0A0B-1593-4A2314BA8B5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5E33C4B3-AD4C-E3E0-E456-51B7DB430F09}"/>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CA166A7-C25B-0FBC-B2AC-CC8CE2658EB7}"/>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CA166A7-C25B-0FBC-B2AC-CC8CE2658EB7}"/>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3734C4E-852F-40F9-8909-2C0119B2F86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3734C4E-852F-40F9-8909-2C0119B2F86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21A5545-1C9C-6C6F-178F-6E0E278E290E}"/>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21A5545-1C9C-6C6F-178F-6E0E278E290E}"/>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499661-02FD-130E-5404-68CFE18A6FB3}"/>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499661-02FD-130E-5404-68CFE18A6FB3}"/>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95C186-7819-E1A2-B2CF-05848BC601CE}"/>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95C186-7819-E1A2-B2CF-05848BC601CE}"/>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1BDED59-D370-D63B-FAEF-BF8CA05F8E6F}"/>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950F508-455E-CC5A-3717-99F10AAE61F3}"/>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0E140E0-AB6C-4952-1E61-8FF809B8EC98}"/>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8929263-41E7-38F5-51D9-D86CC4D947E4}"/>
              </a:ext>
            </a:extLst>
          </p:cNvPr>
          <p:cNvGraphicFramePr>
            <a:graphicFrameLocks noGrp="1"/>
          </p:cNvGraphicFramePr>
          <p:nvPr>
            <p:extLst>
              <p:ext uri="{D42A27DB-BD31-4B8C-83A1-F6EECF244321}">
                <p14:modId xmlns:p14="http://schemas.microsoft.com/office/powerpoint/2010/main" val="2938853279"/>
              </p:ext>
            </p:extLst>
          </p:nvPr>
        </p:nvGraphicFramePr>
        <p:xfrm>
          <a:off x="822533" y="3008092"/>
          <a:ext cx="9787289" cy="3017520"/>
        </p:xfrm>
        <a:graphic>
          <a:graphicData uri="http://schemas.openxmlformats.org/drawingml/2006/table">
            <a:tbl>
              <a:tblPr firstRow="1" bandRow="1">
                <a:tableStyleId>{C4B1156A-380E-4F78-BDF5-A606A8083BF9}</a:tableStyleId>
              </a:tblPr>
              <a:tblGrid>
                <a:gridCol w="3063667">
                  <a:extLst>
                    <a:ext uri="{9D8B030D-6E8A-4147-A177-3AD203B41FA5}">
                      <a16:colId xmlns:a16="http://schemas.microsoft.com/office/drawing/2014/main" val="2247704463"/>
                    </a:ext>
                  </a:extLst>
                </a:gridCol>
                <a:gridCol w="2750002">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AF-P33327-F1-model_v6.pdb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 sz="1200" b="1" kern="1200" dirty="0">
                          <a:solidFill>
                            <a:schemeClr val="dk1"/>
                          </a:solidFill>
                          <a:latin typeface="+mn-lt"/>
                          <a:ea typeface="+mn-ea"/>
                          <a:cs typeface="+mn-cs"/>
                        </a:rPr>
                        <a:t>YGR192C</a:t>
                      </a:r>
                      <a:r>
                        <a:rPr lang="" sz="1200" kern="1200" dirty="0">
                          <a:solidFill>
                            <a:schemeClr val="dk1"/>
                          </a:solidFill>
                          <a:latin typeface="+mn-lt"/>
                          <a:ea typeface="+mn-ea"/>
                          <a:cs typeface="+mn-cs"/>
                        </a:rPr>
                        <a:t> or YJL052W or YJR009C</a:t>
                      </a:r>
                      <a:endParaRPr lang="en-US" sz="1200" kern="1200" dirty="0">
                        <a:solidFill>
                          <a:schemeClr val="dk1"/>
                        </a:solidFill>
                        <a:latin typeface="+mn-lt"/>
                        <a:ea typeface="+mn-ea"/>
                        <a:cs typeface="+mn-cs"/>
                      </a:endParaRP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 sz="1200" b="0" i="0" dirty="0">
                          <a:solidFill>
                            <a:schemeClr val="tx1"/>
                          </a:solidFill>
                          <a:effectLst/>
                          <a:latin typeface="Menlo"/>
                        </a:rPr>
                        <a:t>YLR017W</a:t>
                      </a:r>
                      <a:endParaRPr lang="en-US" sz="1200" dirty="0">
                        <a:solidFill>
                          <a:schemeClr val="tx1"/>
                        </a:solidFill>
                      </a:endParaRPr>
                    </a:p>
                  </a:txBody>
                  <a:tcPr/>
                </a:tc>
                <a:tc>
                  <a:txBody>
                    <a:bodyPr/>
                    <a:lstStyle/>
                    <a:p>
                      <a:r>
                        <a:rPr lang="en-US" sz="1200" dirty="0">
                          <a:hlinkClick r:id="rId35"/>
                        </a:rPr>
                        <a:t>AF-Q07938-F1-model_v6.pdb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YLR209C</a:t>
                      </a:r>
                    </a:p>
                  </a:txBody>
                  <a:tcPr/>
                </a:tc>
                <a:tc>
                  <a:txBody>
                    <a:bodyPr/>
                    <a:lstStyle/>
                    <a:p>
                      <a:r>
                        <a:rPr lang="en-US" sz="1200" dirty="0">
                          <a:hlinkClick r:id="rId36"/>
                        </a:rPr>
                        <a:t>AF-Q05788-F1-model_v6.pdb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b="1" dirty="0"/>
                        <a:t>YDR441C</a:t>
                      </a:r>
                      <a:r>
                        <a:rPr lang="en-US" sz="1200" dirty="0"/>
                        <a:t> or YML022W</a:t>
                      </a:r>
                    </a:p>
                  </a:txBody>
                  <a:tcPr/>
                </a:tc>
                <a:tc>
                  <a:txBody>
                    <a:bodyPr/>
                    <a:lstStyle/>
                    <a:p>
                      <a:r>
                        <a:rPr lang="en-US" sz="1200" dirty="0">
                          <a:hlinkClick r:id="rId37"/>
                        </a:rPr>
                        <a:t>AF-P36973-F1-model_v6.pdb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DCC306F7-E768-584B-2809-D5D958A9003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2A02A20-7705-CD24-5E9B-58E881DBA539}"/>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A62A5E6-7C21-EA47-E69F-918AD0E55303}"/>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066BC810-15DE-2683-50E0-F58048713DB6}"/>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07A2F946-91A7-A4E0-E975-E38D46B5810A}"/>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10072A3-6EBE-B910-F02F-E35C9D344CE5}"/>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BC5F3A62-F3A9-F6F1-8E5E-C4FBFFCA002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715BFA4F-A071-C888-50A3-12454E6638B1}"/>
              </a:ext>
            </a:extLst>
          </p:cNvPr>
          <p:cNvSpPr txBox="1"/>
          <p:nvPr/>
        </p:nvSpPr>
        <p:spPr>
          <a:xfrm>
            <a:off x="22471" y="2619368"/>
            <a:ext cx="986167" cy="369332"/>
          </a:xfrm>
          <a:prstGeom prst="rect">
            <a:avLst/>
          </a:prstGeom>
          <a:noFill/>
        </p:spPr>
        <p:txBody>
          <a:bodyPr wrap="none" rtlCol="0">
            <a:spAutoFit/>
          </a:bodyPr>
          <a:lstStyle/>
          <a:p>
            <a:r>
              <a:rPr lang="en-US" dirty="0"/>
              <a:t>Motif 50</a:t>
            </a:r>
          </a:p>
        </p:txBody>
      </p:sp>
    </p:spTree>
    <p:extLst>
      <p:ext uri="{BB962C8B-B14F-4D97-AF65-F5344CB8AC3E}">
        <p14:creationId xmlns:p14="http://schemas.microsoft.com/office/powerpoint/2010/main" val="2109712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75EDDB-A7CA-22BA-75DB-D38B8C5A25D1}"/>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8243FE26-CCE0-42AD-2302-9A9FDF5B61EC}"/>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EF94690D-B93D-A83A-A563-04302CA8470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C352750-FBB5-8C85-C49E-59E0500A913C}"/>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AC352750-FBB5-8C85-C49E-59E0500A913C}"/>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3"/>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4BFA4249-25D8-A8E0-A19D-B4C5E1D5BBC3}"/>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4BFA4249-25D8-A8E0-A19D-B4C5E1D5BBC3}"/>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4"/>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D6DC48C2-E531-3ADF-D179-F0D50F86E56A}"/>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B041CAF-A816-BAF4-8F2B-1EF1F2638DB7}"/>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FB041CAF-A816-BAF4-8F2B-1EF1F2638DB7}"/>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5"/>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D9B20ECB-0893-E88F-718C-23089B120868}"/>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D9B20ECB-0893-E88F-718C-23089B120868}"/>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6"/>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BB1CB6A3-CA18-AEC6-19AF-F66A7117BE30}"/>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9EE032CF-5B46-F053-776F-540457328E44}"/>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9EE032CF-5B46-F053-776F-540457328E44}"/>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7"/>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590D1242-9286-2773-F34B-3633D66A5B2A}"/>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73803C9-B91A-6957-A91E-7AFF643CFC2F}"/>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ACA308E-FF70-04EE-EFE4-88D7DE9283C2}"/>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1D60881-DC29-B534-FC45-52488BEAE9AF}"/>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0472F6F-AF05-73F9-3A88-A70881009A89}"/>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94F6114-0C07-A5B3-AAA2-9D079115A70C}"/>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08BAEBA-73E8-47F6-862A-D52691DEBB14}"/>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62920FC2-DAEE-9AA7-3E04-723416D8968C}"/>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9E670DA-9B0E-7BF8-9096-FC0DC2CA92AD}"/>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69E670DA-9B0E-7BF8-9096-FC0DC2CA92AD}"/>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8"/>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9F3EA353-9B2F-C8DA-CD80-D144EBF227D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B6F3A957-56C0-A68B-2F53-FBAC3F2B9380}"/>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725E955B-AFCF-05D5-9C7F-4848E25670AB}"/>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D6B309C-03E1-2CE7-2B0B-5A3676D96D8D}"/>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1D6B309C-03E1-2CE7-2B0B-5A3676D96D8D}"/>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9"/>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4709A2A7-C00E-0DC9-B4B4-8C2560E1CD01}"/>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1F8FA4F-C7E1-44F9-049F-3A56804BC635}"/>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31F8FA4F-C7E1-44F9-049F-3A56804BC635}"/>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0"/>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752287E-1ED5-3D6F-4511-1F9FED94C7EE}"/>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FB0B380F-61AA-179B-F796-E230F23D1BE4}"/>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FB0B380F-61AA-179B-F796-E230F23D1BE4}"/>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1"/>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C0CBF3E-5FC4-4904-59E2-5B6EB7DDAA6C}"/>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39D0FC5D-12C6-B0C7-9C8D-2BF36E6AEE06}"/>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13F22A8-BFE6-8EC3-C92F-41AFAA297CA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BF817D99-CCA4-9E2A-0B93-1938BB86602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F1293471-2072-8909-ADC5-CF8D4F334ED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557C018-DFFC-1C7C-6561-87CDAEA120C8}"/>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2557C018-DFFC-1C7C-6561-87CDAEA120C8}"/>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2"/>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2C21ACA-406B-C953-31AB-CF1B4AED9DB6}"/>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12C21ACA-406B-C953-31AB-CF1B4AED9DB6}"/>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3"/>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8E6436D-158E-19A5-09C1-B55DA8D51ACE}"/>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08E6436D-158E-19A5-09C1-B55DA8D51ACE}"/>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4"/>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AC7209D-82F5-4EAF-3D8D-BF6040D4473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DC2256F4-5F65-3A46-01D2-E5822656A28D}"/>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DC2256F4-5F65-3A46-01D2-E5822656A28D}"/>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5"/>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2540A30-C97F-C673-47EA-77FAFC5C3AA9}"/>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BD9F0F3-7FA1-C458-3B15-E541C081C7ED}"/>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BBD9F0F3-7FA1-C458-3B15-E541C081C7ED}"/>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6"/>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8B291935-7191-9441-0D7E-F9AE0E41AB70}"/>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8B291935-7191-9441-0D7E-F9AE0E41AB70}"/>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7"/>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8E11602-B656-EACC-CB10-CA7A3ECF04D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B2AF0F54-0B88-ACF1-5F93-A5CD96966B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F5281F1D-E99A-168F-AAF4-C0E6A90B41E6}"/>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43E01D1-A824-EBAF-1A0D-D6D869F91FEE}"/>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7017F5D-E635-EC68-5B38-CB2816592891}"/>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07017F5D-E635-EC68-5B38-CB2816592891}"/>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8"/>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BD5ADF2-6ED7-DEEA-6C84-6C0FCCA73A29}"/>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EBD5ADF2-6ED7-DEEA-6C84-6C0FCCA73A29}"/>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CC568C5-0885-625F-DFB1-563FF68D29A7}"/>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BCC568C5-0885-625F-DFB1-563FF68D29A7}"/>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66B6B2A-95DA-EDFD-E8BE-D8AF26894238}"/>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466B6B2A-95DA-EDFD-E8BE-D8AF26894238}"/>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1"/>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ADAC6C37-7895-CA05-8055-016B9FCF2739}"/>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BFA7B4BB-5C07-05BA-494F-FD722A51D766}"/>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B26F9A-3E89-58BA-2714-B872829D0EC7}"/>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C7B26F9A-3E89-58BA-2714-B872829D0EC7}"/>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2"/>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1770802-A549-1B03-CE7F-7AFB770EBD5E}"/>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1CBCA7D-4185-E65E-80C4-5F12AC7DE503}"/>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822C949-C64F-45E3-E5D6-1ED7E93B3A01}"/>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1B40B276-647A-E013-D78F-E037EF77B60B}"/>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AD7F492-8748-470F-4E16-45D321DA71D0}"/>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0AD7F492-8748-470F-4E16-45D321DA71D0}"/>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3"/>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4E210CE-3DD6-66EB-201D-E628A6AE849F}"/>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A4E210CE-3DD6-66EB-201D-E628A6AE849F}"/>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4"/>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A4A8E44A-7E5A-550D-5F49-2D283B6B8813}"/>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A4A8E44A-7E5A-550D-5F49-2D283B6B8813}"/>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5"/>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C9D979C3-FABA-3E0B-A95D-E2D05CD56BE3}"/>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C9D979C3-FABA-3E0B-A95D-E2D05CD56BE3}"/>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6"/>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EE9A3300-DC16-0A2E-B38B-51999F2DC145}"/>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EE9A3300-DC16-0A2E-B38B-51999F2DC145}"/>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7"/>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2DBBA50-2131-0EA5-0462-4EC1F75E5A86}"/>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BB29994-8EB6-DEA9-1A3E-FC7363F9DEA5}"/>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1ED64CA3-BC32-708F-46D5-1857FBCA4E83}"/>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BF3EA168-C718-7E06-D8E8-855632CA971E}"/>
              </a:ext>
            </a:extLst>
          </p:cNvPr>
          <p:cNvSpPr txBox="1"/>
          <p:nvPr/>
        </p:nvSpPr>
        <p:spPr>
          <a:xfrm>
            <a:off x="2160047" y="1956969"/>
            <a:ext cx="986167" cy="369332"/>
          </a:xfrm>
          <a:prstGeom prst="rect">
            <a:avLst/>
          </a:prstGeom>
          <a:noFill/>
        </p:spPr>
        <p:txBody>
          <a:bodyPr wrap="none" rtlCol="0">
            <a:spAutoFit/>
          </a:bodyPr>
          <a:lstStyle/>
          <a:p>
            <a:r>
              <a:rPr lang="en-US" dirty="0"/>
              <a:t>Motif 50</a:t>
            </a:r>
          </a:p>
        </p:txBody>
      </p:sp>
      <p:sp>
        <p:nvSpPr>
          <p:cNvPr id="7" name="Rectangle: Rounded Corners 6">
            <a:extLst>
              <a:ext uri="{FF2B5EF4-FFF2-40B4-BE49-F238E27FC236}">
                <a16:creationId xmlns:a16="http://schemas.microsoft.com/office/drawing/2014/main" id="{DDD1974A-0BEC-6951-7FFE-9F66B9079D02}"/>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2F3D0449-BD61-9D67-E3AE-5AF621834EAC}"/>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28C677D4-564A-8E84-2536-799A24091C33}"/>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F0A4D7D1-CC37-2864-6A82-6C3AD6AD4E09}"/>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76CAF50E-9CA2-16A2-2E03-EC22D49C2295}"/>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83BD2B48-FBC2-73DD-B436-53B38BFC66FE}"/>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CC665AE-F4CD-3798-44FE-0ACFEF7D986D}"/>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50BC0995-1DA4-0A2B-BBC5-934702929B5F}"/>
              </a:ext>
            </a:extLst>
          </p:cNvPr>
          <p:cNvSpPr/>
          <p:nvPr/>
        </p:nvSpPr>
        <p:spPr>
          <a:xfrm>
            <a:off x="3961257" y="3609975"/>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EBEC749D-2656-C862-A348-AB5D0D399FE5}"/>
              </a:ext>
            </a:extLst>
          </p:cNvPr>
          <p:cNvSpPr/>
          <p:nvPr/>
        </p:nvSpPr>
        <p:spPr>
          <a:xfrm>
            <a:off x="5111954" y="3856056"/>
            <a:ext cx="439293" cy="1704975"/>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1475DADB-A6A6-A782-E613-F4380BDDDEAA}"/>
              </a:ext>
            </a:extLst>
          </p:cNvPr>
          <p:cNvSpPr/>
          <p:nvPr/>
        </p:nvSpPr>
        <p:spPr>
          <a:xfrm>
            <a:off x="3400041" y="367665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823928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51584B1-AF49-5B0C-2238-5014BB62FA9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BCAE79A1-17EE-5C89-CF0A-801759524AB8}"/>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CA8154-ECDB-F028-51A0-DA21A91F6AD0}"/>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BCA8154-ECDB-F028-51A0-DA21A91F6AD0}"/>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4DF1778-2053-BEB8-2F2C-901F25E87CBF}"/>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4DF1778-2053-BEB8-2F2C-901F25E87CBF}"/>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72EB9B1-FF40-7456-CB95-7A2D219D806B}"/>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14343AD-112E-55E4-B02E-041272BBFEF8}"/>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14343AD-112E-55E4-B02E-041272BBFEF8}"/>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A9C97EC-50DF-8069-A04B-FB43618C37BB}"/>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A9C97EC-50DF-8069-A04B-FB43618C37BB}"/>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E4020C92-5D17-524E-3325-6C8C9F676E81}"/>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61BCA779-CA40-57B2-9615-0C2DA3F5A42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61BCA779-CA40-57B2-9615-0C2DA3F5A42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FA70ECF-352E-78E3-C3DD-9269C1F9B9E7}"/>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57A1509-C8AF-4E6F-A7FF-25C209970AA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611113E-5E93-459A-EB5A-54E62535C624}"/>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4142B4F-FE52-A308-4486-D3276EAA3F4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CA92858-61A1-2C70-9F33-DD40D10E6A0E}"/>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1CAADB6D-6B4E-D027-6791-D120EAEB153E}"/>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D84DC14-9B26-A852-A290-AD1C5BAC921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B0295EE4-4E77-D969-8A7E-3E7811B99A48}"/>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87B8BAB-62FD-89F0-EF13-49B1977AD33F}"/>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87B8BAB-62FD-89F0-EF13-49B1977AD33F}"/>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D44395E-62C7-6938-37DA-FDBD968B3B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00658DC-A32F-BFB4-3903-3B88AF35C66F}"/>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A4D3E22-7F67-D841-7D62-1CCF3576BEDC}"/>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BB4E708-5418-225A-DC6C-BF7BE6128EB3}"/>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BB4E708-5418-225A-DC6C-BF7BE6128EB3}"/>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7CE6AFD-E8D9-AEF0-5206-3274C56573A9}"/>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032FF819-BB5F-1250-6C8F-4A8292EA314A}"/>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032FF819-BB5F-1250-6C8F-4A8292EA314A}"/>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170CD2D-3220-C79A-EE72-91EAF2DEEFCD}"/>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E0E2E2B-D78C-7D10-E13C-F82CA5173610}"/>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E0E2E2B-D78C-7D10-E13C-F82CA5173610}"/>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0DDBBC34-862C-2784-FDA8-54A92F676521}"/>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EE4FA-4278-0E6B-0531-01CAE189415A}"/>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B6B6036F-C317-8810-5E62-D01C258B476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48EC8E5-5002-6F29-9779-41B79576A146}"/>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6A2092F-DC5A-C94B-B657-59C0C3C5055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29BADA9-3C05-CEA5-4C6F-4382AC2A1ED9}"/>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29BADA9-3C05-CEA5-4C6F-4382AC2A1ED9}"/>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0250312-0F2F-3F2E-CB7E-E62EE02282D4}"/>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0250312-0F2F-3F2E-CB7E-E62EE02282D4}"/>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49BB67-6C50-CF49-F172-B886AF82EFD3}"/>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49BB67-6C50-CF49-F172-B886AF82EFD3}"/>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8BF7B5F8-1E29-A9C1-C94C-661FC3E0214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20363B91-55A9-E3F3-A599-EA12A64E0D6E}"/>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20363B91-55A9-E3F3-A599-EA12A64E0D6E}"/>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D6ADB2A4-CBAF-65DA-8FFC-0836002EC83E}"/>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5F1C6BE-5E09-12A6-DBB4-E588BFC17532}"/>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5F1C6BE-5E09-12A6-DBB4-E588BFC17532}"/>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45BB04CA-3A80-28AC-C5BD-43B6BF262C95}"/>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45BB04CA-3A80-28AC-C5BD-43B6BF262C95}"/>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82376349-383F-8051-5D1B-A3817A161A7C}"/>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88519B6-B0E7-338C-0F73-C3B043359360}"/>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9266ED78-38AE-FD7A-7FC7-632B940C6244}"/>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31D5F60-52DC-49B6-B790-D89671F8B176}"/>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9E62CED-0CFD-ACFB-A969-C5D7D8460AF0}"/>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9E62CED-0CFD-ACFB-A969-C5D7D8460AF0}"/>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268038E-7CDC-B4BC-71DD-E5C02613E2A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268038E-7CDC-B4BC-71DD-E5C02613E2A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3849A4C-7FD0-4451-F330-3C847F488375}"/>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A3849A4C-7FD0-4451-F330-3C847F488375}"/>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B7720DB-BF3C-FA3F-9A22-61CCEE7DC642}"/>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B7720DB-BF3C-FA3F-9A22-61CCEE7DC642}"/>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6862BB1A-06A6-E276-DC25-42BF9EB8F3E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B7B3027E-E405-4211-DCA4-9D5E91EECD91}"/>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F7B3A8A-DAF4-BC4E-01A8-D2C13341FA46}"/>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F7B3A8A-DAF4-BC4E-01A8-D2C13341FA46}"/>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0D2B66F-D7F8-B78C-99EE-75793358DDA3}"/>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8BD6DFF-F932-11D7-6565-0ABB0FC154FB}"/>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C4E8B82-C2A1-9296-1CC5-879CAC84234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5AB6A9A6-A528-A990-61DC-E6967BAEF16E}"/>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382CAC1A-6DF5-790A-EA83-379D6587CB06}"/>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382CAC1A-6DF5-790A-EA83-379D6587CB06}"/>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D4B68E5-F6B9-9ADE-0A02-E70292BC869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D4B68E5-F6B9-9ADE-0A02-E70292BC869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434D4B9F-D73B-E916-CE18-B7B0438E2607}"/>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434D4B9F-D73B-E916-CE18-B7B0438E2607}"/>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22ABCEF-6BE1-C507-1A85-D18B0D54B0D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22ABCEF-6BE1-C507-1A85-D18B0D54B0D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F96AFD4-36BD-D715-F7C6-CB68F5302D2B}"/>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F96AFD4-36BD-D715-F7C6-CB68F5302D2B}"/>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ECA0600-18FF-63E4-7289-372975C9B38E}"/>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4E13DCC-C571-90B8-8F0E-916EFAE961A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3C59F86-DC22-7241-B143-8E7364A86F15}"/>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2432E62F-8747-48A0-0612-7AFF1029FA90}"/>
              </a:ext>
            </a:extLst>
          </p:cNvPr>
          <p:cNvGraphicFramePr>
            <a:graphicFrameLocks noGrp="1"/>
          </p:cNvGraphicFramePr>
          <p:nvPr>
            <p:extLst>
              <p:ext uri="{D42A27DB-BD31-4B8C-83A1-F6EECF244321}">
                <p14:modId xmlns:p14="http://schemas.microsoft.com/office/powerpoint/2010/main" val="3832264899"/>
              </p:ext>
            </p:extLst>
          </p:nvPr>
        </p:nvGraphicFramePr>
        <p:xfrm>
          <a:off x="1101403" y="2775986"/>
          <a:ext cx="9787289" cy="3017520"/>
        </p:xfrm>
        <a:graphic>
          <a:graphicData uri="http://schemas.openxmlformats.org/drawingml/2006/table">
            <a:tbl>
              <a:tblPr firstRow="1" bandRow="1">
                <a:tableStyleId>{C4B1156A-380E-4F78-BDF5-A606A8083BF9}</a:tableStyleId>
              </a:tblPr>
              <a:tblGrid>
                <a:gridCol w="2622298">
                  <a:extLst>
                    <a:ext uri="{9D8B030D-6E8A-4147-A177-3AD203B41FA5}">
                      <a16:colId xmlns:a16="http://schemas.microsoft.com/office/drawing/2014/main" val="2247704463"/>
                    </a:ext>
                  </a:extLst>
                </a:gridCol>
                <a:gridCol w="3191371">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YPL061W</a:t>
                      </a:r>
                    </a:p>
                  </a:txBody>
                  <a:tcPr/>
                </a:tc>
                <a:tc>
                  <a:txBody>
                    <a:bodyPr/>
                    <a:lstStyle/>
                    <a:p>
                      <a:r>
                        <a:rPr lang="en-US" sz="1200" b="0" dirty="0">
                          <a:hlinkClick r:id="rId28"/>
                        </a:rPr>
                        <a:t>AF-P54115-F1-model_v6.pdb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b="1" dirty="0">
                          <a:solidFill>
                            <a:schemeClr val="tx1"/>
                          </a:solidFill>
                        </a:rPr>
                        <a:t>YBR145W</a:t>
                      </a:r>
                      <a:r>
                        <a:rPr lang="en-US" sz="1200" dirty="0">
                          <a:solidFill>
                            <a:schemeClr val="tx1"/>
                          </a:solidFill>
                        </a:rPr>
                        <a:t> or YOL086C</a:t>
                      </a:r>
                    </a:p>
                  </a:txBody>
                  <a:tcPr/>
                </a:tc>
                <a:tc>
                  <a:txBody>
                    <a:bodyPr/>
                    <a:lstStyle/>
                    <a:p>
                      <a:r>
                        <a:rPr lang="en-US" sz="1200" dirty="0">
                          <a:hlinkClick r:id="rId29"/>
                        </a:rPr>
                        <a:t>AF-P38113-F1-model_v6.pdb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b="1" dirty="0"/>
                        <a:t>YAL054C</a:t>
                      </a:r>
                      <a:r>
                        <a:rPr lang="en-US" sz="1200" dirty="0"/>
                        <a:t> or YLR153C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1RY2</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YGR177C</a:t>
                      </a:r>
                      <a:r>
                        <a:rPr lang="en-US" sz="1200" dirty="0"/>
                        <a:t> or YOR377W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AF-P53296-F1-model_v6.pdb</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b="1" dirty="0"/>
                        <a:t>YKL182W</a:t>
                      </a:r>
                      <a:r>
                        <a:rPr lang="en-US" sz="1200" dirty="0"/>
                        <a:t> and YPL231W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2"/>
                        </a:rPr>
                        <a:t>2PFF</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YHR013C</a:t>
                      </a:r>
                      <a:r>
                        <a:rPr lang="en-US" sz="1200" dirty="0"/>
                        <a:t> and YDL040C and YOR253W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3"/>
                        </a:rPr>
                        <a:t>4HNW</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YMR226C</a:t>
                      </a:r>
                    </a:p>
                  </a:txBody>
                  <a:tcPr/>
                </a:tc>
                <a:tc>
                  <a:txBody>
                    <a:bodyPr/>
                    <a:lstStyle/>
                    <a:p>
                      <a:r>
                        <a:rPr lang="" sz="1200" b="0" i="0" dirty="0">
                          <a:solidFill>
                            <a:srgbClr val="0A0A0A"/>
                          </a:solidFill>
                          <a:effectLst/>
                          <a:latin typeface="Lato" panose="020F0502020204030203" pitchFamily="34" charset="0"/>
                          <a:hlinkClick r:id="rId34"/>
                        </a:rPr>
                        <a:t>3RKU</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YGL001C</a:t>
                      </a:r>
                    </a:p>
                  </a:txBody>
                  <a:tcPr/>
                </a:tc>
                <a:tc>
                  <a:txBody>
                    <a:bodyPr/>
                    <a:lstStyle/>
                    <a:p>
                      <a:r>
                        <a:rPr lang="en-US" sz="1200" dirty="0">
                          <a:hlinkClick r:id="rId35"/>
                        </a:rPr>
                        <a:t>AF-P53199-F1-model_v6.pdb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YLR174W</a:t>
                      </a:r>
                    </a:p>
                  </a:txBody>
                  <a:tcPr/>
                </a:tc>
                <a:tc>
                  <a:txBody>
                    <a:bodyPr/>
                    <a:lstStyle/>
                    <a:p>
                      <a:r>
                        <a:rPr lang="en-US" sz="1200" dirty="0">
                          <a:hlinkClick r:id="rId36"/>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YNR057C</a:t>
                      </a:r>
                    </a:p>
                  </a:txBody>
                  <a:tcPr/>
                </a:tc>
                <a:tc>
                  <a:txBody>
                    <a:bodyPr/>
                    <a:lstStyle/>
                    <a:p>
                      <a:r>
                        <a:rPr lang="en-US" sz="1200" dirty="0">
                          <a:hlinkClick r:id="rId37"/>
                        </a:rPr>
                        <a:t>AF-P53630-F1-model_v6.pdb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grpSp>
        <p:nvGrpSpPr>
          <p:cNvPr id="4" name="Group 3">
            <a:extLst>
              <a:ext uri="{FF2B5EF4-FFF2-40B4-BE49-F238E27FC236}">
                <a16:creationId xmlns:a16="http://schemas.microsoft.com/office/drawing/2014/main" id="{C37F9922-2BB7-25A9-D8D5-65F9E0080D76}"/>
              </a:ext>
            </a:extLst>
          </p:cNvPr>
          <p:cNvGrpSpPr>
            <a:grpSpLocks noChangeAspect="1"/>
          </p:cNvGrpSpPr>
          <p:nvPr/>
        </p:nvGrpSpPr>
        <p:grpSpPr>
          <a:xfrm>
            <a:off x="2986884" y="6230258"/>
            <a:ext cx="6240154" cy="539443"/>
            <a:chOff x="1462291" y="6126480"/>
            <a:chExt cx="8462054" cy="731520"/>
          </a:xfrm>
        </p:grpSpPr>
        <p:sp>
          <p:nvSpPr>
            <p:cNvPr id="11" name="Rectangle: Rounded Corners 10">
              <a:extLst>
                <a:ext uri="{FF2B5EF4-FFF2-40B4-BE49-F238E27FC236}">
                  <a16:creationId xmlns:a16="http://schemas.microsoft.com/office/drawing/2014/main" id="{29475D49-0E0A-5544-CF93-249B516F4CC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Algorithm </a:t>
              </a:r>
            </a:p>
          </p:txBody>
        </p:sp>
        <p:sp>
          <p:nvSpPr>
            <p:cNvPr id="15" name="Rectangle: Rounded Corners 14">
              <a:extLst>
                <a:ext uri="{FF2B5EF4-FFF2-40B4-BE49-F238E27FC236}">
                  <a16:creationId xmlns:a16="http://schemas.microsoft.com/office/drawing/2014/main" id="{1C5B9727-AD16-8568-6EE1-D1409B4B8F9C}"/>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Chemical Reactions </a:t>
              </a:r>
            </a:p>
          </p:txBody>
        </p:sp>
        <p:sp>
          <p:nvSpPr>
            <p:cNvPr id="16" name="Rectangle: Rounded Corners 15">
              <a:extLst>
                <a:ext uri="{FF2B5EF4-FFF2-40B4-BE49-F238E27FC236}">
                  <a16:creationId xmlns:a16="http://schemas.microsoft.com/office/drawing/2014/main" id="{3D5230D1-AF24-C962-04B1-03DB0ACAAE60}"/>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Metabolic Network</a:t>
              </a:r>
            </a:p>
          </p:txBody>
        </p:sp>
        <p:sp>
          <p:nvSpPr>
            <p:cNvPr id="17" name="Rectangle: Rounded Corners 16">
              <a:extLst>
                <a:ext uri="{FF2B5EF4-FFF2-40B4-BE49-F238E27FC236}">
                  <a16:creationId xmlns:a16="http://schemas.microsoft.com/office/drawing/2014/main" id="{BBB39927-C861-2E96-C0B8-1E532D98B85C}"/>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THz Actuation</a:t>
              </a:r>
            </a:p>
          </p:txBody>
        </p:sp>
        <p:cxnSp>
          <p:nvCxnSpPr>
            <p:cNvPr id="18" name="Straight Arrow Connector 17">
              <a:extLst>
                <a:ext uri="{FF2B5EF4-FFF2-40B4-BE49-F238E27FC236}">
                  <a16:creationId xmlns:a16="http://schemas.microsoft.com/office/drawing/2014/main" id="{04199FC3-2AC9-2B5F-CC5B-4EE95B7F7EE8}"/>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7F9B1B7-7007-5132-D98F-61E736934610}"/>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46987DA7-A4B6-F5B9-7D06-2F39BEADCA0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grpSp>
      <p:sp>
        <p:nvSpPr>
          <p:cNvPr id="3" name="TextBox 2">
            <a:extLst>
              <a:ext uri="{FF2B5EF4-FFF2-40B4-BE49-F238E27FC236}">
                <a16:creationId xmlns:a16="http://schemas.microsoft.com/office/drawing/2014/main" id="{CD981637-E844-0F73-C8FC-7F44F9A5FA3C}"/>
              </a:ext>
            </a:extLst>
          </p:cNvPr>
          <p:cNvSpPr txBox="1"/>
          <p:nvPr/>
        </p:nvSpPr>
        <p:spPr>
          <a:xfrm>
            <a:off x="22471" y="2619368"/>
            <a:ext cx="986167" cy="369332"/>
          </a:xfrm>
          <a:prstGeom prst="rect">
            <a:avLst/>
          </a:prstGeom>
          <a:noFill/>
        </p:spPr>
        <p:txBody>
          <a:bodyPr wrap="none" rtlCol="0">
            <a:spAutoFit/>
          </a:bodyPr>
          <a:lstStyle/>
          <a:p>
            <a:r>
              <a:rPr lang="en-US" dirty="0"/>
              <a:t>Motif 52</a:t>
            </a:r>
          </a:p>
        </p:txBody>
      </p:sp>
    </p:spTree>
    <p:extLst>
      <p:ext uri="{BB962C8B-B14F-4D97-AF65-F5344CB8AC3E}">
        <p14:creationId xmlns:p14="http://schemas.microsoft.com/office/powerpoint/2010/main" val="337318324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0C136-B491-8A62-FF84-95ABEE4C86B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731F887-3BE1-569E-4E44-57048F2F3E99}"/>
              </a:ext>
            </a:extLst>
          </p:cNvPr>
          <p:cNvPicPr>
            <a:picLocks noChangeAspect="1"/>
          </p:cNvPicPr>
          <p:nvPr/>
        </p:nvPicPr>
        <p:blipFill>
          <a:blip r:embed="rId3"/>
          <a:stretch>
            <a:fillRect/>
          </a:stretch>
        </p:blipFill>
        <p:spPr>
          <a:xfrm>
            <a:off x="1219891" y="2008452"/>
            <a:ext cx="6519715" cy="4869154"/>
          </a:xfrm>
          <a:prstGeom prst="rect">
            <a:avLst/>
          </a:prstGeom>
        </p:spPr>
      </p:pic>
      <p:grpSp>
        <p:nvGrpSpPr>
          <p:cNvPr id="6" name="Group 5">
            <a:extLst>
              <a:ext uri="{FF2B5EF4-FFF2-40B4-BE49-F238E27FC236}">
                <a16:creationId xmlns:a16="http://schemas.microsoft.com/office/drawing/2014/main" id="{8457C6F5-0DED-7895-58B2-5B7AE45C1222}"/>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46409D80-7C5E-9261-C2E3-5680C7793D64}"/>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09D0579-D54F-23BA-43BE-B1162BC41F96}"/>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D09D0579-D54F-23BA-43BE-B1162BC41F96}"/>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4C5CB73E-2F62-680C-5E2A-E087BA732FA3}"/>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4C5CB73E-2F62-680C-5E2A-E087BA732FA3}"/>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EC1BA4A-B79D-DC81-9715-2B5491A06DFE}"/>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40BE519D-67DE-A90F-A773-6A083EC5279E}"/>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40BE519D-67DE-A90F-A773-6A083EC5279E}"/>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E6759A4-5B34-3F20-3DF5-AA103EA953BA}"/>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3E6759A4-5B34-3F20-3DF5-AA103EA953BA}"/>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703C15F1-895A-7CD8-978F-4F04333A2A1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7FE7A1E-81E9-F557-8481-1F826FC72B19}"/>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37FE7A1E-81E9-F557-8481-1F826FC72B19}"/>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57835FD-4B77-1341-FE50-1722CC83DA5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D898C7B-B0EE-F449-3E92-D880761E3FD5}"/>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808A095-7F76-A234-643C-A38213C95409}"/>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F520CB91-341F-F265-13DE-A2F189B6CD39}"/>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1822DB8-AF5E-F9EE-B1E3-B84802187437}"/>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01D55B9C-151C-52B3-827A-3C214C8A1667}"/>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2C859F01-1569-6453-5A49-280BF591A8D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F5B7BC4E-1ACE-1FA8-102F-FF53E490909F}"/>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D86A133-ED0C-4709-726D-A6837D74F57E}"/>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6D86A133-ED0C-4709-726D-A6837D74F57E}"/>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85523A7-55A5-787C-01B1-123222BCAE9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F5C29690-D987-981E-0296-1F043D6DA30A}"/>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416607A2-8881-D37B-9697-20F6A5EC46E8}"/>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60E8697-501B-6003-5529-AB59D5A9D1FA}"/>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860E8697-501B-6003-5529-AB59D5A9D1FA}"/>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8D0792D-793F-7DBA-C0B0-FCB9BCA85C34}"/>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611AC3D-7EA1-2CA5-A0C1-85AAC25E2E17}"/>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A611AC3D-7EA1-2CA5-A0C1-85AAC25E2E17}"/>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BDA7625-51F2-7B20-7264-083B3D175279}"/>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05F44FE-450C-62C1-A605-EC3C5292BD77}"/>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505F44FE-450C-62C1-A605-EC3C5292BD77}"/>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1838D44A-9A9A-3F40-AD5B-EAA01B7B6193}"/>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EF8AA7E1-88B3-3464-D690-B8B27F62CADC}"/>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C855F065-7E81-F860-13EB-AF907BEF8D11}"/>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91B36464-37A9-D08B-DE23-CAFD0F59854F}"/>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99E999A-4498-F64D-8E66-7E4DDC33F51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E4006BDD-0469-11F3-C394-05561E7E1D2C}"/>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E4006BDD-0469-11F3-C394-05561E7E1D2C}"/>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A5A3BBC0-A1D1-ADE0-43AB-D59AC0CE3F30}"/>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A5A3BBC0-A1D1-ADE0-43AB-D59AC0CE3F30}"/>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6620A1A8-5774-2562-751E-BB4229884838}"/>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6620A1A8-5774-2562-751E-BB4229884838}"/>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112F23B-D658-D372-9B49-B20DABCDCE1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D5A46AE-3C93-B50E-9782-FD9DBAEE4586}"/>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3D5A46AE-3C93-B50E-9782-FD9DBAEE4586}"/>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FF52331-85C0-8594-6D27-0D80FC66ABD9}"/>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A21A275-1EDB-0055-8693-3F5FEAA413D2}"/>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7A21A275-1EDB-0055-8693-3F5FEAA413D2}"/>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846EB8DE-7092-C047-D15D-DAEC7BE39D8F}"/>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846EB8DE-7092-C047-D15D-DAEC7BE39D8F}"/>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605C1D-FE79-5308-7FD5-FAC985404601}"/>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9DE76AD5-3391-82BB-7AAD-7FEED17EDBED}"/>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6E47111C-EB98-7261-ED05-2FA0C234924C}"/>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A008666-82A8-9E54-34A6-5C94F04C2EE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86C57344-3059-C18B-F436-2B6576728399}"/>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86C57344-3059-C18B-F436-2B6576728399}"/>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109F75F-2F51-2F08-3616-595AAD16560C}"/>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0109F75F-2F51-2F08-3616-595AAD16560C}"/>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BCE8253-668E-48F8-1009-54059A40C3AE}"/>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CBCE8253-668E-48F8-1009-54059A40C3AE}"/>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704A990-72F1-1974-2A6F-FAD71A08C63A}"/>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4704A990-72F1-1974-2A6F-FAD71A08C63A}"/>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E7C3846-AA97-37EC-DB77-5C03F668DEF4}"/>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7A7C3B82-EA67-AA9F-395E-27C3AF475516}"/>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792B32E-16A3-D366-EF58-302580DADD48}"/>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792B32E-16A3-D366-EF58-302580DADD48}"/>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6FDA0808-56A5-5C5A-1114-C73A991C6AFC}"/>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150408A-3256-3782-0073-1EBCFE09FE61}"/>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31045E7-BD25-5278-3C46-5CD98C3D0D00}"/>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3936BE7F-CFE4-81B1-E47A-F52B5076CDE2}"/>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6E017D75-596E-7DF0-23A8-E7C26601167F}"/>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6E017D75-596E-7DF0-23A8-E7C26601167F}"/>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4A7647C-5A06-B94C-63F8-8D19B810B91A}"/>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54A7647C-5A06-B94C-63F8-8D19B810B91A}"/>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9AB334-834F-39E0-4A9B-550FC0ED38C9}"/>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659AB334-834F-39E0-4A9B-550FC0ED38C9}"/>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DC6ECBE-0930-D70B-A219-777EA37A6D49}"/>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0DC6ECBE-0930-D70B-A219-777EA37A6D49}"/>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24C07BC-24EE-D381-7D7C-64946DEE54B4}"/>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424C07BC-24EE-D381-7D7C-64946DEE54B4}"/>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1C2DAAD-7CAC-159A-C06F-7A26D81AA76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B6DE6D1-B34C-7F76-7F6B-D46ED8F297A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ECEDED6E-D31F-A2F8-93BE-5919695A9251}"/>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9ED413D5-BFF8-218E-7F4C-66F496E10966}"/>
              </a:ext>
            </a:extLst>
          </p:cNvPr>
          <p:cNvSpPr txBox="1"/>
          <p:nvPr/>
        </p:nvSpPr>
        <p:spPr>
          <a:xfrm>
            <a:off x="1351887" y="1938705"/>
            <a:ext cx="986167" cy="369332"/>
          </a:xfrm>
          <a:prstGeom prst="rect">
            <a:avLst/>
          </a:prstGeom>
          <a:noFill/>
        </p:spPr>
        <p:txBody>
          <a:bodyPr wrap="none" rtlCol="0">
            <a:spAutoFit/>
          </a:bodyPr>
          <a:lstStyle/>
          <a:p>
            <a:r>
              <a:rPr lang="en-US" dirty="0"/>
              <a:t>Motif 52</a:t>
            </a:r>
          </a:p>
        </p:txBody>
      </p:sp>
      <p:sp>
        <p:nvSpPr>
          <p:cNvPr id="7" name="Rectangle: Rounded Corners 6">
            <a:extLst>
              <a:ext uri="{FF2B5EF4-FFF2-40B4-BE49-F238E27FC236}">
                <a16:creationId xmlns:a16="http://schemas.microsoft.com/office/drawing/2014/main" id="{5ABFDA1A-BDFC-2BA0-DCB9-A1B222E6AC1F}"/>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13E4ED60-8813-5141-C404-204686A155A1}"/>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FF5CD7DC-6BAD-1DD5-DA34-2CC893163020}"/>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43B4E109-FD47-3B64-6A75-4A0D6F3E88A2}"/>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8D4CD821-CC51-ED12-4D15-63AEB8D7ACC0}"/>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177F36CB-A323-EC16-8E3B-752994661DA2}"/>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148E2332-E632-E236-2ACF-48D5AC652CB6}"/>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86A6B1E9-CE2E-A06F-E997-DD0A5BCF728E}"/>
              </a:ext>
            </a:extLst>
          </p:cNvPr>
          <p:cNvSpPr/>
          <p:nvPr/>
        </p:nvSpPr>
        <p:spPr>
          <a:xfrm>
            <a:off x="5957407" y="3760446"/>
            <a:ext cx="439293" cy="914399"/>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82D26A55-82A9-9195-BA97-5D09FCA9E55B}"/>
              </a:ext>
            </a:extLst>
          </p:cNvPr>
          <p:cNvSpPr/>
          <p:nvPr/>
        </p:nvSpPr>
        <p:spPr>
          <a:xfrm>
            <a:off x="6551509" y="3769972"/>
            <a:ext cx="439293" cy="914399"/>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64C2DD2B-9D5E-27CA-3C34-69F041DD058F}"/>
              </a:ext>
            </a:extLst>
          </p:cNvPr>
          <p:cNvSpPr/>
          <p:nvPr/>
        </p:nvSpPr>
        <p:spPr>
          <a:xfrm>
            <a:off x="4779649" y="370806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F10A41D-609A-4D7A-F997-413179DDE440}"/>
                  </a:ext>
                </a:extLst>
              </p:cNvPr>
              <p:cNvSpPr txBox="1"/>
              <p:nvPr/>
            </p:nvSpPr>
            <p:spPr>
              <a:xfrm>
                <a:off x="5760730" y="3429000"/>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15" name="TextBox 14">
                <a:extLst>
                  <a:ext uri="{FF2B5EF4-FFF2-40B4-BE49-F238E27FC236}">
                    <a16:creationId xmlns:a16="http://schemas.microsoft.com/office/drawing/2014/main" id="{9F10A41D-609A-4D7A-F997-413179DDE440}"/>
                  </a:ext>
                </a:extLst>
              </p:cNvPr>
              <p:cNvSpPr txBox="1">
                <a:spLocks noRot="1" noChangeAspect="1" noMove="1" noResize="1" noEditPoints="1" noAdjustHandles="1" noChangeArrowheads="1" noChangeShapeType="1" noTextEdit="1"/>
              </p:cNvSpPr>
              <p:nvPr/>
            </p:nvSpPr>
            <p:spPr>
              <a:xfrm>
                <a:off x="5760730" y="3429000"/>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5C4B998-2531-0CB6-9B69-971C3A2A13C1}"/>
                  </a:ext>
                </a:extLst>
              </p:cNvPr>
              <p:cNvSpPr txBox="1"/>
              <p:nvPr/>
            </p:nvSpPr>
            <p:spPr>
              <a:xfrm>
                <a:off x="4557979" y="3367303"/>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17" name="TextBox 16">
                <a:extLst>
                  <a:ext uri="{FF2B5EF4-FFF2-40B4-BE49-F238E27FC236}">
                    <a16:creationId xmlns:a16="http://schemas.microsoft.com/office/drawing/2014/main" id="{E5C4B998-2531-0CB6-9B69-971C3A2A13C1}"/>
                  </a:ext>
                </a:extLst>
              </p:cNvPr>
              <p:cNvSpPr txBox="1">
                <a:spLocks noRot="1" noChangeAspect="1" noMove="1" noResize="1" noEditPoints="1" noAdjustHandles="1" noChangeArrowheads="1" noChangeShapeType="1" noTextEdit="1"/>
              </p:cNvSpPr>
              <p:nvPr/>
            </p:nvSpPr>
            <p:spPr>
              <a:xfrm>
                <a:off x="4557979" y="3367303"/>
                <a:ext cx="352041" cy="369332"/>
              </a:xfrm>
              <a:prstGeom prst="rect">
                <a:avLst/>
              </a:prstGeom>
              <a:blipFill>
                <a:blip r:embed="rId30"/>
                <a:stretch>
                  <a:fillRect r="-3157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6B522BF3-CB6B-E4DA-C8D5-6C26675F9AE1}"/>
                  </a:ext>
                </a:extLst>
              </p:cNvPr>
              <p:cNvSpPr txBox="1"/>
              <p:nvPr/>
            </p:nvSpPr>
            <p:spPr>
              <a:xfrm>
                <a:off x="6681798" y="3429000"/>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p:sp>
            <p:nvSpPr>
              <p:cNvPr id="4" name="TextBox 3">
                <a:extLst>
                  <a:ext uri="{FF2B5EF4-FFF2-40B4-BE49-F238E27FC236}">
                    <a16:creationId xmlns:a16="http://schemas.microsoft.com/office/drawing/2014/main" id="{6B522BF3-CB6B-E4DA-C8D5-6C26675F9AE1}"/>
                  </a:ext>
                </a:extLst>
              </p:cNvPr>
              <p:cNvSpPr txBox="1">
                <a:spLocks noRot="1" noChangeAspect="1" noMove="1" noResize="1" noEditPoints="1" noAdjustHandles="1" noChangeArrowheads="1" noChangeShapeType="1" noTextEdit="1"/>
              </p:cNvSpPr>
              <p:nvPr/>
            </p:nvSpPr>
            <p:spPr>
              <a:xfrm>
                <a:off x="6681798" y="3429000"/>
                <a:ext cx="352041" cy="369332"/>
              </a:xfrm>
              <a:prstGeom prst="rect">
                <a:avLst/>
              </a:prstGeom>
              <a:blipFill>
                <a:blip r:embed="rId31"/>
                <a:stretch>
                  <a:fillRect r="-32759"/>
                </a:stretch>
              </a:blipFill>
            </p:spPr>
            <p:txBody>
              <a:bodyPr/>
              <a:lstStyle/>
              <a:p>
                <a:r>
                  <a:rPr lang="en-US">
                    <a:noFill/>
                  </a:rPr>
                  <a:t> </a:t>
                </a:r>
              </a:p>
            </p:txBody>
          </p:sp>
        </mc:Fallback>
      </mc:AlternateContent>
    </p:spTree>
    <p:extLst>
      <p:ext uri="{BB962C8B-B14F-4D97-AF65-F5344CB8AC3E}">
        <p14:creationId xmlns:p14="http://schemas.microsoft.com/office/powerpoint/2010/main" val="36494605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4668B5-CD52-14EF-9ED2-D83A9C99B63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4D84DAE-28C6-BA8A-63D1-9D85E6CAC34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DAC5BD3B-4D1E-106B-C865-DD1A04761C9B}"/>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EDC76E9-FE89-F131-BCA0-BDD82D47742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6C08CD1-EF0C-0C39-2F69-E98458E0B24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A4D4A382-98C5-2064-EE10-A2CD57B91700}"/>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7540E91C-01D8-7FFD-FF7F-9FA8DB775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7C123041-E7ED-E333-CFF8-408E958C515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5B7DFFB-BFA7-3F7A-DEDC-A2D1A9FE01E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45B7DFFB-BFA7-3F7A-DEDC-A2D1A9FE01E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F67C10E-F9EC-5B1C-9C13-685AFE494033}"/>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F67C10E-F9EC-5B1C-9C13-685AFE494033}"/>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D23C0D5-3722-EED3-6552-BF5654CC5FC3}"/>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A18BE6C-C0EA-78E5-CEED-7729B2C022B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A18BE6C-C0EA-78E5-CEED-7729B2C022B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5B5BBC5-3611-AA87-E3BE-380332108C3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35B5BBC5-3611-AA87-E3BE-380332108C3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9DFDA6A-60BE-CD2D-46BD-995CC7E7156D}"/>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C75CAA0-8A43-A6E7-D66F-5B07C9E0BACD}"/>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8C75CAA0-8A43-A6E7-D66F-5B07C9E0BACD}"/>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96DF889-CDCB-BF75-062B-F1D495DEDA1B}"/>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0A306D4-605E-0AA3-180D-241D5D7ECBC0}"/>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AD72162-B832-D1D9-CA16-56DA7716507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F90CA47-A494-62EE-4EB1-12A974EBCAA9}"/>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105D077-F0A8-89D2-0591-E28744E3BF20}"/>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1E5257-36B0-5B9E-CE2D-F1A98925BDB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7BAA9A14-CE29-C05F-C08D-20C44AAEDE3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11450DF-C3E8-CD51-8AF0-09BFD5B7408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FC860BD-E854-3B25-ED71-E0F3A136D0A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FC860BD-E854-3B25-ED71-E0F3A136D0A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761BEA9-FA79-A3CE-3723-2579DB3DB4A3}"/>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3FD6740A-8ACB-291A-6DDD-22CF1B822BAE}"/>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54FCC0-A528-DB7B-06F9-10BAA53D1ADA}"/>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DFF0982-E3C2-B76A-6242-6E52F5B1C555}"/>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DFF0982-E3C2-B76A-6242-6E52F5B1C555}"/>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85622C6-79FD-B10F-8405-B5DE9376D91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E14D365-2B00-D8AF-C1E6-6E187C6672D7}"/>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2E14D365-2B00-D8AF-C1E6-6E187C6672D7}"/>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BC871AF-9E8D-EC9C-E717-DD7A94AB606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6092000D-9A95-32DA-F4A7-23F54C9F98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6092000D-9A95-32DA-F4A7-23F54C9F98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901C6A6-913F-44E4-7ADF-93769F7F5480}"/>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F7096A8F-2F63-BCEE-CE78-37C3820D6097}"/>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5EF3609-1962-8C49-BCE0-D159BA2AFEF7}"/>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319B64E-784C-E606-4828-4AF54DF87859}"/>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3E19704-E3F3-C933-76F2-C9F9A9F9399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AD19D80-E99D-4639-7E55-7CCB4909AC0D}"/>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DAD19D80-E99D-4639-7E55-7CCB4909AC0D}"/>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8AB774A-3508-55D9-5E2A-ECBA17AA9749}"/>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C8AB774A-3508-55D9-5E2A-ECBA17AA9749}"/>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FFC8CD-AD5E-4AA5-FC2A-CCD0EBD67D9E}"/>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FFC8CD-AD5E-4AA5-FC2A-CCD0EBD67D9E}"/>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CC3870A-A707-5347-2AB7-35D84C36612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80F2797-D2EA-1593-75A2-F7B8EA6A58E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80F2797-D2EA-1593-75A2-F7B8EA6A58E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7478704-C5A1-E6EE-B895-A0BD099B5198}"/>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178C916A-2E40-23D1-9049-A164C19F5AE7}"/>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79FC1F03-BEA9-75BF-35C4-EE0F9272536C}"/>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79FC1F03-BEA9-75BF-35C4-EE0F9272536C}"/>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046EADC-CAEA-D99B-8046-3CEBF93B1DFD}"/>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046EADC-CAEA-D99B-8046-3CEBF93B1DFD}"/>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48C4F6-DA22-FA89-F4AD-4711FAA9AE0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48C4F6-DA22-FA89-F4AD-4711FAA9AE0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D750977-A927-AF00-99BD-7A9A86E4E77C}"/>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9253DBBD-E9E0-4687-7DCE-59F7B1F5291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D15A4C8-FEC9-EDFF-FBB9-925C55D95A8A}"/>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6D8E077-2A81-64F3-05AF-4EDAAE08B91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CF8E320-23D1-18B1-21CC-3FAE9921D9BE}"/>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CF8E320-23D1-18B1-21CC-3FAE9921D9BE}"/>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F22CD4B-15C3-C4B5-E3A5-D8C213A5F89E}"/>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BF22CD4B-15C3-C4B5-E3A5-D8C213A5F89E}"/>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8DE413C-F6AD-C3AF-0151-E5DF2444C7C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8DE413C-F6AD-C3AF-0151-E5DF2444C7C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F4192FE-6D98-2EA1-0BF2-BD2E88DF21E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F4192FE-6D98-2EA1-0BF2-BD2E88DF21E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0505B44F-76A0-77B3-FEBA-740F17CB9C9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47A41AD-5B15-759C-BE2B-5448240FDCE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B29C78F-E8F5-BE75-B081-C5031CE2199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B29C78F-E8F5-BE75-B081-C5031CE2199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982719F-8E5D-AE7A-ADF0-311270DA2B41}"/>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C277207-6D37-ED94-2784-2473F7211EC3}"/>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6119599-4F36-06D7-70E9-EC3B87826E2E}"/>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3ADE46D-0127-FE93-FF0D-FD2F815A0462}"/>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B7B1752-EA50-38D4-4AF0-7944F2636C50}"/>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B7B1752-EA50-38D4-4AF0-7944F2636C50}"/>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64B255B-94B3-03C5-0756-913A35353EA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564B255B-94B3-03C5-0756-913A35353EA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9E0029E-002B-87AD-E60A-C759E4E89BE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9E0029E-002B-87AD-E60A-C759E4E89BE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3C7E369-B695-94C7-F066-C80EF461E80F}"/>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3C7E369-B695-94C7-F066-C80EF461E80F}"/>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DFE5266-EE72-783F-7E12-7986C8C2BBEA}"/>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3DFE5266-EE72-783F-7E12-7986C8C2BBEA}"/>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DA4324C-9C58-D603-C312-CC71790DB4EF}"/>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A564C33-E8D3-891D-0755-A4957F6775B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B196ABE0-18F2-21A8-368A-2C128DA355BA}"/>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073483B2-4C08-57CC-8C88-1F8FC889D15F}"/>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803DFE-CA5D-C736-4A25-8560BBDBC642}"/>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1C58DDDB-C9C6-1332-2305-22892677A4D7}"/>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89A1F1C3-BAEA-D24E-708E-5561D24B147A}"/>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058F27D-463B-D00A-0D20-DEC2A278DD5E}"/>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513E9674-BF5F-43D8-68CE-DE1E833D06AA}"/>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B64124DE-BE7C-0E33-5149-4A3B23DFE63E}"/>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AD3DC5D-BD76-EF27-1C9B-AAE6A01684A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CC67783-E47A-3913-29A2-7080DBD17E2E}"/>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44C808E7-65EE-233B-B0DA-3B63256929A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A5D18E9B-EA35-5AA4-4D04-E306900ECC89}"/>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75F00-0480-31D5-E688-4D90A61BC9B8}"/>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1C9422C-375C-3281-2CD7-6AB611D6A355}"/>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90AC36-A528-335E-2467-F9B2BEB0308E}"/>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2674EFA-0B7A-BDC9-E0C0-915AA1B6A4D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E8857010-64A4-2F71-2A11-0DF1825AA26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77825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23BA20-D19F-98A2-14E3-6EB1E6A07FE3}"/>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8CBB07A-DBD1-FFD4-3B38-D819FE28890F}"/>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3F4E107-DE54-F5CE-8284-E68B573BFCE9}"/>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C366D190-D059-6E60-5DCC-03200772E3C8}"/>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59819440-D349-5A07-AEEB-3F56A6F61306}"/>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7FC2D431-0A89-665D-E60E-C6289973AD3B}"/>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65D5FC0-C106-94A8-6C0F-08E8F08B616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5232050-CEC3-CA24-DFDC-B949BDAD35CC}"/>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26F1C18-7E26-C0B2-CE31-CF8B3A466D1B}"/>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D26F1C18-7E26-C0B2-CE31-CF8B3A466D1B}"/>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25901F8-2AF5-65D0-F5FA-E6E613C254DC}"/>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25901F8-2AF5-65D0-F5FA-E6E613C254DC}"/>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C125F9B-CA18-A618-C441-CE08CBC57E17}"/>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D514DC0-3AD8-5609-C679-29027976E73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D514DC0-3AD8-5609-C679-29027976E73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1297029-2189-00FC-F291-EF150CC9A39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61297029-2189-00FC-F291-EF150CC9A39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12819B2-8F1A-6781-6557-EA33BB8437A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6C832F5-8463-2D94-3F67-7896E677580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6C832F5-8463-2D94-3F67-7896E677580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CC4784B-D325-059E-5DCC-D59C5BA009D2}"/>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C7D0AD-7634-496E-13DB-4A360B2A724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3150286-C47F-676F-00F7-DDE89EBED81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28CC354-D347-4A24-3AB1-41F59D192BA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22B0594-BCDE-C70B-2C92-8FB6028E8BD1}"/>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D961F8D-F1E4-C5EE-58E1-BCDB3075B2DC}"/>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C9D30B9D-725E-8AB5-D397-1070729B127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A086437D-419B-47CE-89D4-5C5DF668299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5D8C54A-7C6C-A801-5381-38682B8ADC7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5D8C54A-7C6C-A801-5381-38682B8ADC7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9397705-8D5C-FF7B-8F22-0C404C4D6C29}"/>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F7BCC9C-DF92-792D-9ED8-10417E073CA3}"/>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9D6A11F-D395-52A0-9261-F3C61C8903DB}"/>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D1AEE16-4B93-ED06-D247-6977274A6A77}"/>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D1AEE16-4B93-ED06-D247-6977274A6A77}"/>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61D081-8FA1-2F96-5CBC-59C60B68466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9C43D91-4E31-59DA-9123-16801ABF90B9}"/>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9C43D91-4E31-59DA-9123-16801ABF90B9}"/>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E11CCBE4-7A7F-3DDF-47E2-9E63C6E8F74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37DD5C-8A35-A028-EC8B-C8FD1422471C}"/>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37DD5C-8A35-A028-EC8B-C8FD1422471C}"/>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38EA130-EC9D-05EF-321B-FCFFD9FB29AE}"/>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3FA6A86-0199-B1C7-8E8A-14170E0D6629}"/>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F54685AF-C57B-5D40-20E2-FE203EACAB35}"/>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5C2C11A-6036-3C0B-00FE-329A6F9AAF9A}"/>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E1C2D04E-4D4F-5F84-6DA7-3778C9D9DC9A}"/>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61A60E6-2885-71FE-BE04-451A0A41898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61A60E6-2885-71FE-BE04-451A0A41898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5405E33-396F-831B-1CC8-39B323BF233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5405E33-396F-831B-1CC8-39B323BF233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1C68CD-78CF-7EF3-6D0C-FE04F82E493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E01C68CD-78CF-7EF3-6D0C-FE04F82E493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75EF50A2-23E1-72A7-D439-D149EDE413FB}"/>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51A1E6D-3482-3DBD-AB39-6743FD6447E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51A1E6D-3482-3DBD-AB39-6743FD6447E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E23B1A0-5ABC-9EF4-30D4-C6A2A3CE6A8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345805CC-7696-3531-C247-89F5B04DCC48}"/>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1846A91-C174-3F2B-35DB-2FAB9DB46AAD}"/>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91846A91-C174-3F2B-35DB-2FAB9DB46AAD}"/>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3F33A74-AD92-8756-BDD2-8D39768CC6B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3F33A74-AD92-8756-BDD2-8D39768CC6B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2A1A34A-AF13-751C-32F2-67CC27CF6204}"/>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2A1A34A-AF13-751C-32F2-67CC27CF6204}"/>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DE657ABE-CDAD-7AA9-CBA6-6DB0AAC8118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4CC063F8-CB58-F8A8-6B95-40654DFD63F7}"/>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9D43163-8E06-B841-C856-4BC4E5C98D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8352917-22AC-CE8C-B78C-873736451BA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45C21A5-0EEB-E886-ACDD-B4B5F1EC58D2}"/>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345C21A5-0EEB-E886-ACDD-B4B5F1EC58D2}"/>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8B4EC6C-BB47-95BE-1E43-9FC23560B0A9}"/>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8B4EC6C-BB47-95BE-1E43-9FC23560B0A9}"/>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E1899B4-75D1-8D41-8A49-17D515D2F1C2}"/>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E1899B4-75D1-8D41-8A49-17D515D2F1C2}"/>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AA046FD-B4B1-A461-0C4C-F90C8F86C354}"/>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AA046FD-B4B1-A461-0C4C-F90C8F86C354}"/>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0793199-6DAC-2EE2-A981-5F4A0DD89FDE}"/>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B9A11E2-9ECE-CDC0-F6A4-6C051C48F203}"/>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F037987-4DF4-055A-CEB4-5B2416C20974}"/>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2F037987-4DF4-055A-CEB4-5B2416C20974}"/>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EB81772-6793-B787-FBD4-CCCC93827E9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59A6E97-7EB8-85DE-2FB0-E5E1FF5BC60A}"/>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7004B2-8858-7F93-7E9B-BA9C8F11F5AC}"/>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DFE59C1-B27B-190D-59AD-03DF925010C7}"/>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CF77BB8-F621-64C7-FB2C-0693728E6F0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BCF77BB8-F621-64C7-FB2C-0693728E6F0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8868A95-757A-EE73-FFD9-2056A3E2B1A4}"/>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8868A95-757A-EE73-FFD9-2056A3E2B1A4}"/>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496ABCC-6297-9D08-ADD9-C566B28DF60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496ABCC-6297-9D08-ADD9-C566B28DF60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DF6B845-3A36-6B74-02A7-B3C7009769D4}"/>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7DF6B845-3A36-6B74-02A7-B3C7009769D4}"/>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7D99413-212F-35CA-E093-3C800165A610}"/>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C7D99413-212F-35CA-E093-3C800165A610}"/>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ECF490B-5191-1D1F-28A5-06C88A001727}"/>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AEDA90E-832D-7BB7-A5AC-09C545A11A61}"/>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3A540FF-C7F4-B26D-7400-1E3F06FA0BF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6FB540DE-695E-7280-3F20-5BA7A668EC75}"/>
              </a:ext>
            </a:extLst>
          </p:cNvPr>
          <p:cNvSpPr/>
          <p:nvPr/>
        </p:nvSpPr>
        <p:spPr>
          <a:xfrm>
            <a:off x="287532" y="3087592"/>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EC88761-1FFF-3708-172E-D0DA6423B99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3477D63D-0444-7B01-1E1E-35BE2CBCA2BA}"/>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BE2101BC-E7BD-E10C-A370-8CA241F831C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496A98B-8980-7D74-CCF3-83C7254FDD7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9FFC2D59-68AE-D584-3820-56F36125C48D}"/>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11D0F2B-4165-2A70-C988-9A8BD6DD8F7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38474FB-75D4-7F58-812F-027E8699182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121449E-BC53-9DAF-868A-EF43B1B46C52}"/>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6E052C30-C60E-284F-58A2-A8E261A9BF9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75CD46F5-75A3-34A7-A1DC-DA5E44537F80}"/>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00042FD1-9C19-E899-819C-7ED2DA37F4CD}"/>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26A673B-9BA9-5B7A-CF24-14A4B29E3E33}"/>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8FB0595F-3AB0-BD9E-4759-669B0637B22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83C1C4C8-8DC0-0A08-4BCC-478CC0F108CD}"/>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4BB30D4-2D1F-B6F6-0832-3DAA50F415A7}"/>
              </a:ext>
            </a:extLst>
          </p:cNvPr>
          <p:cNvSpPr txBox="1"/>
          <p:nvPr/>
        </p:nvSpPr>
        <p:spPr>
          <a:xfrm>
            <a:off x="210110" y="4209458"/>
            <a:ext cx="4540794" cy="369332"/>
          </a:xfrm>
          <a:prstGeom prst="rect">
            <a:avLst/>
          </a:prstGeom>
          <a:noFill/>
        </p:spPr>
        <p:txBody>
          <a:bodyPr wrap="square">
            <a:spAutoFit/>
          </a:bodyPr>
          <a:lstStyle/>
          <a:p>
            <a:r>
              <a:rPr lang="en-US" b="0" i="0" dirty="0">
                <a:effectLst/>
                <a:latin typeface="Menlo"/>
              </a:rPr>
              <a:t>Total candidates (4-reaction topology): 22</a:t>
            </a:r>
            <a:endParaRPr lang="en-US" dirty="0"/>
          </a:p>
        </p:txBody>
      </p:sp>
      <p:pic>
        <p:nvPicPr>
          <p:cNvPr id="50" name="Picture 49">
            <a:extLst>
              <a:ext uri="{FF2B5EF4-FFF2-40B4-BE49-F238E27FC236}">
                <a16:creationId xmlns:a16="http://schemas.microsoft.com/office/drawing/2014/main" id="{F9FE1867-F928-947B-D383-5AEC98E51FA4}"/>
              </a:ext>
            </a:extLst>
          </p:cNvPr>
          <p:cNvPicPr>
            <a:picLocks noChangeAspect="1"/>
          </p:cNvPicPr>
          <p:nvPr/>
        </p:nvPicPr>
        <p:blipFill>
          <a:blip r:embed="rId29"/>
          <a:stretch>
            <a:fillRect/>
          </a:stretch>
        </p:blipFill>
        <p:spPr>
          <a:xfrm>
            <a:off x="6886731" y="2944209"/>
            <a:ext cx="5249008" cy="2857899"/>
          </a:xfrm>
          <a:prstGeom prst="rect">
            <a:avLst/>
          </a:prstGeom>
        </p:spPr>
      </p:pic>
      <p:cxnSp>
        <p:nvCxnSpPr>
          <p:cNvPr id="15" name="Straight Arrow Connector 14">
            <a:extLst>
              <a:ext uri="{FF2B5EF4-FFF2-40B4-BE49-F238E27FC236}">
                <a16:creationId xmlns:a16="http://schemas.microsoft.com/office/drawing/2014/main" id="{25D7B7A4-DA44-1DEF-3BFD-7E17D45D06B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936095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85C55B7-523D-8565-C92A-3FEA5170856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A72C35A-A172-FDCD-A80B-FF73C73E0337}"/>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B976987-FB6B-9F1B-BDF6-50269CEEBA0B}"/>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EB9EA9A-0D92-5F66-F1A6-BE2B2759FF0D}"/>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D4A79BC-9C8B-44C5-4C64-2CD9B50BF9F7}"/>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B5B3BB8C-A08A-04BF-85C0-D3DB42E15911}"/>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EBD1694-28A1-1701-9EDD-E84FB578523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225CA34-9446-61B0-09C0-F384A2FCDBCC}"/>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FD73A8B-2CDB-DA23-2A6C-AC19690AC2A5}"/>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D1E8C3D-C2B4-56FC-4729-D7A233A7DC19}"/>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D1E8C3D-C2B4-56FC-4729-D7A233A7DC19}"/>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1C995A1-C2D4-FFFD-56EB-CE0611418D17}"/>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1C995A1-C2D4-FFFD-56EB-CE0611418D17}"/>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DE03E31-657B-9072-D460-6030A712129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DCA8EA4-0377-1186-2094-74111265ED6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8DCA8EA4-0377-1186-2094-74111265ED6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FE93079-5D7A-7E25-E1A6-040AF94D0020}"/>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9FE93079-5D7A-7E25-E1A6-040AF94D0020}"/>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DF1F4A02-AC92-8AC2-D3B8-35AFC831A06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F3ABED9-C621-4A42-D562-C80A99234CD2}"/>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F3ABED9-C621-4A42-D562-C80A99234CD2}"/>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B34E7087-F71E-B5A9-6F89-1D15BD688A31}"/>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0F05550-FF2B-682C-CE3E-4AAC1E47EE47}"/>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094250B-4E39-7B07-DA4A-B979DA8A44E2}"/>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6A175AEB-5322-BE58-F87E-40ABC878DDFE}"/>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79C9681-2BC0-8F82-0BDD-824A3D192A6B}"/>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B8BD709-DC59-EDCE-3359-10A025549109}"/>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42D51C6-E5A6-5425-DA02-0F5D689A8F83}"/>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4A731527-01CA-94A0-807C-1B647B80EAF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03124156-2E54-4AEF-13D7-4A0CE216AA14}"/>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03124156-2E54-4AEF-13D7-4A0CE216AA14}"/>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44FA5EBA-E48A-D4FD-F4A4-DD11FEA84595}"/>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A043D18-74D0-EA4E-8DFD-5A8DFA827F19}"/>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88C0E8E-5869-01BD-3CFA-46E887B637C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A31719D-0570-F002-00B6-7F33863530A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A31719D-0570-F002-00B6-7F33863530A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42388A0-38D8-9321-3260-7961FE7959ED}"/>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7EF8D08-E78E-11F6-07D5-4E8D594C3B2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7EF8D08-E78E-11F6-07D5-4E8D594C3B2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1D3AD22-3E61-09B1-5087-569B9FE15956}"/>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4981E59-C4C9-3ACF-387D-65EF902E763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4981E59-C4C9-3ACF-387D-65EF902E763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871BD1D-EC34-3D08-CEB7-F9F842DCFDDC}"/>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88D0EE7-4CD4-89F1-0B76-34931CA15732}"/>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CF5C6FF-BE95-E460-FE8B-C2D606EDB78A}"/>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8234966-397B-6AF7-501E-BE4C25502790}"/>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0B7B7168-F531-0F88-A8C7-60FA723C8310}"/>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90E20DE6-F981-E528-0DB0-CCA45EFFD9FA}"/>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90E20DE6-F981-E528-0DB0-CCA45EFFD9FA}"/>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D96C7DB-F27F-38CE-BE9B-E7E98A84D9C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D96C7DB-F27F-38CE-BE9B-E7E98A84D9C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45AE56D-61A5-00DE-7352-9C5D14D3E811}"/>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45AE56D-61A5-00DE-7352-9C5D14D3E811}"/>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29DC6B1-C1E9-D66A-1983-32FBB046055F}"/>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1E0C4E94-8060-874B-A083-A3C566086FB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1E0C4E94-8060-874B-A083-A3C566086FB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706B744-F50A-DF0A-32E3-7C42FD04590C}"/>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8AB5DEC4-FA3F-BF34-5177-4E3184F104DC}"/>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82D591D2-735D-63CB-D20E-33871DB32779}"/>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82D591D2-735D-63CB-D20E-33871DB32779}"/>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76C8795-FE07-EBD0-ADE7-419E28BE9D0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76C8795-FE07-EBD0-ADE7-419E28BE9D0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6422384F-EB81-21B8-8437-86AD9A176140}"/>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6422384F-EB81-21B8-8437-86AD9A176140}"/>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96FD6D6-858C-53B5-AF83-FB95BA7AC39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C043DDB-8666-B5AB-1F3E-AF6F7339D0AB}"/>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217F2D9-89DF-99F3-9588-C5EE138732B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C93498F-DB07-4487-3C52-D4B4A0C1040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2D11D39-4FDF-5540-51D6-8FA8FAF4CACF}"/>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2D11D39-4FDF-5540-51D6-8FA8FAF4CACF}"/>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5336811-6812-595A-06E9-278A6A9BCE73}"/>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C5336811-6812-595A-06E9-278A6A9BCE73}"/>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63DA83-B9A6-63D8-A0EB-7CFF12C0DEE0}"/>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F663DA83-B9A6-63D8-A0EB-7CFF12C0DEE0}"/>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2A73132-A6C0-9747-24FB-D0B1786530C0}"/>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2A73132-A6C0-9747-24FB-D0B1786530C0}"/>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70D2FFF-21B9-9C13-BD05-7C0A5BB6EE62}"/>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88155A-EAD9-1EAB-C52F-1B50F3E3EA46}"/>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338112B-F470-D2D4-EAB6-E0C6CE404E8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338112B-F470-D2D4-EAB6-E0C6CE404E8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769E67E-357E-8F2A-30B2-D7C6B151534E}"/>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0FCA170-3199-1AB6-9501-8468E56A07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8FCAD5D-A80D-CACB-293A-051E5855C6F9}"/>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C1F97182-28F0-FE5A-B5FA-7751D4A4F508}"/>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0388D00-0826-6E3F-7981-6DB120C0039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0388D00-0826-6E3F-7981-6DB120C0039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9E9DB10-0E8B-A60D-2D0A-AD3829509D8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9E9DB10-0E8B-A60D-2D0A-AD3829509D8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F5B0A67-69BC-DDE6-D5C1-48EEAE990A34}"/>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BF5B0A67-69BC-DDE6-D5C1-48EEAE990A34}"/>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D3F7F8-C94E-4A0F-C68D-070AABB6AC72}"/>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B6D3F7F8-C94E-4A0F-C68D-070AABB6AC72}"/>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58D489F-E3B6-EE20-6E29-0C609871EE76}"/>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58D489F-E3B6-EE20-6E29-0C609871EE76}"/>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BCD99D5-7F76-6CB7-1D4E-6F433C18EA8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C016EBC-870E-A363-1EF9-425418D97733}"/>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56CBDFA-8ECB-2017-16CE-7DD226F898A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7895B9D3-4D74-16DC-4129-E3402BB20B3C}"/>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CF4DF5-6554-6620-7C12-BA2B8F5BDBA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E941211E-BE8F-4653-058E-E3FA2BD2223F}"/>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11689145-5160-F2C9-8ABA-2395916F3C55}"/>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C1AFAEA-E9CB-0B17-C2B5-253B0849A2C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8075CE64-2282-7E4B-3C21-7B1854D5D53C}"/>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5B7D79FB-3CF7-6B1C-C0B4-33966DDED2F6}"/>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D30075F6-D194-20BA-6E5A-822429A31774}"/>
              </a:ext>
            </a:extLst>
          </p:cNvPr>
          <p:cNvSpPr/>
          <p:nvPr/>
        </p:nvSpPr>
        <p:spPr>
          <a:xfrm>
            <a:off x="3713684" y="2819746"/>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48CA1AD-ACC4-65C7-5751-5CA5CCA7B722}"/>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900612CA-981A-629D-290C-81BDD6AEAC97}"/>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07666C6B-CF30-3165-E543-9EE72F4BD0D5}"/>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A8121EF-ADEA-E9D6-6B30-D811C021C85A}"/>
              </a:ext>
            </a:extLst>
          </p:cNvPr>
          <p:cNvSpPr/>
          <p:nvPr/>
        </p:nvSpPr>
        <p:spPr>
          <a:xfrm>
            <a:off x="5451304" y="2807360"/>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9E18020-80E3-F2AC-02A4-274648B41BFF}"/>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EECF927C-AF0F-6FF1-8714-B3F2B0302FA4}"/>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B9D1E15-E9CB-009B-1592-15909774779D}"/>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23876092-07DB-5B50-08F6-0A932B247948}"/>
              </a:ext>
            </a:extLst>
          </p:cNvPr>
          <p:cNvPicPr>
            <a:picLocks noChangeAspect="1"/>
          </p:cNvPicPr>
          <p:nvPr/>
        </p:nvPicPr>
        <p:blipFill>
          <a:blip r:embed="rId29"/>
          <a:stretch>
            <a:fillRect/>
          </a:stretch>
        </p:blipFill>
        <p:spPr>
          <a:xfrm>
            <a:off x="5497709" y="3676605"/>
            <a:ext cx="6620799" cy="2267266"/>
          </a:xfrm>
          <a:prstGeom prst="rect">
            <a:avLst/>
          </a:prstGeom>
        </p:spPr>
      </p:pic>
      <p:sp>
        <p:nvSpPr>
          <p:cNvPr id="28" name="TextBox 27">
            <a:extLst>
              <a:ext uri="{FF2B5EF4-FFF2-40B4-BE49-F238E27FC236}">
                <a16:creationId xmlns:a16="http://schemas.microsoft.com/office/drawing/2014/main" id="{D87CDCCD-D846-80C2-D14C-22326EF2250E}"/>
              </a:ext>
            </a:extLst>
          </p:cNvPr>
          <p:cNvSpPr txBox="1"/>
          <p:nvPr/>
        </p:nvSpPr>
        <p:spPr>
          <a:xfrm>
            <a:off x="-53273" y="4224577"/>
            <a:ext cx="5216737" cy="646331"/>
          </a:xfrm>
          <a:prstGeom prst="rect">
            <a:avLst/>
          </a:prstGeom>
          <a:noFill/>
        </p:spPr>
        <p:txBody>
          <a:bodyPr wrap="square">
            <a:spAutoFit/>
          </a:bodyPr>
          <a:lstStyle/>
          <a:p>
            <a:r>
              <a:rPr lang="en-US" dirty="0"/>
              <a:t>Joint candidates passing 7-reaction gene-</a:t>
            </a:r>
            <a:r>
              <a:rPr lang="en-US" dirty="0" err="1"/>
              <a:t>disjointness</a:t>
            </a:r>
            <a:r>
              <a:rPr lang="en-US" dirty="0"/>
              <a:t>: 31</a:t>
            </a:r>
          </a:p>
        </p:txBody>
      </p:sp>
    </p:spTree>
    <p:extLst>
      <p:ext uri="{BB962C8B-B14F-4D97-AF65-F5344CB8AC3E}">
        <p14:creationId xmlns:p14="http://schemas.microsoft.com/office/powerpoint/2010/main" val="14894883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3CEE1F-6718-81A1-46D2-7CF496256C99}"/>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38B6FC7-199C-F1A9-5FC7-56A07973DF56}"/>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027EC54-733E-F5AE-65BF-978BDB9C4A45}"/>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6FD7A601-0B76-8C16-CDFE-808A3988E83A}"/>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84CE302-80B2-99FA-62CF-2E795CA1D049}"/>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2EC3A91A-F46C-269D-B985-DCA508D60C62}"/>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00FA93C-18A6-FBFE-92B1-F9BBC868FA2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C93F23AB-6885-8016-32BF-FA2FAE4EB210}"/>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16DFCDF2-C5D6-55F1-3692-F3DD2C82A2D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E70EDC39-5E68-5542-00E4-BA7542A0301A}"/>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E70EDC39-5E68-5542-00E4-BA7542A0301A}"/>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0D30ADA-9C00-98D7-BED7-384CD3628A10}"/>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0D30ADA-9C00-98D7-BED7-384CD3628A10}"/>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E877D3CB-B527-72C6-D9F3-7757AA260B8D}"/>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51D9EAC-FC1E-D844-AF94-03B7CF2A3969}"/>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F51D9EAC-FC1E-D844-AF94-03B7CF2A3969}"/>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71C0BA8-716C-030F-E501-8B8802F47BC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71C0BA8-716C-030F-E501-8B8802F47BC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241F946-A511-F6F1-ED86-2DA22396DA90}"/>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BFAACEC-A3FA-A381-8874-EFB156501780}"/>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BFAACEC-A3FA-A381-8874-EFB156501780}"/>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9D2B8A5-E369-0149-BA46-9AC7EA8FB00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69EAA89-7D9F-C263-244A-312162FAEB16}"/>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0499E42-FC23-33F2-0A72-20F1F7B51B8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15B7E54-0B9E-7A22-A6F2-8070A1ED7AC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70DD518-9771-449A-AF80-13924D57218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4315425-69F9-8EA0-43B6-4C559912383E}"/>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71D5537-7431-5A5E-088A-A84FC1969A8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D1624F7-D340-017F-5754-DB2885BF283D}"/>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484109B5-5435-9612-1EB4-F43F1571C4E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484109B5-5435-9612-1EB4-F43F1571C4E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E63BBFA-5BBD-83F1-84BF-92179995788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015B149-B35E-8155-159B-52548463821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35A98483-59BE-79D7-9CE6-AC84608EE75F}"/>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71A3E0B-6600-3DD3-9852-42A8B3AA9DF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71A3E0B-6600-3DD3-9852-42A8B3AA9DF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ED0CEDE-5AC1-A9F5-1846-6756ADA984D5}"/>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AAC4690-823E-6B30-8384-53CD033EEEF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AAC4690-823E-6B30-8384-53CD033EEEF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E73F1-BE11-6CED-825E-F07BF17C7A1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895F78D1-463E-D738-F174-FF040F9B3C7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895F78D1-463E-D738-F174-FF040F9B3C7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D7F7D13-BA3D-99FD-3117-A1FD34BB3D9A}"/>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9FEB8C-8061-E1A9-36C7-C10EB9ED3656}"/>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62D07D1-FBF7-6D9B-2F3B-C7E71B980962}"/>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558B3AD-4D58-3719-C257-33BC2431A39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13542656-FCFC-0F4C-A3B1-EE84A36F336B}"/>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AF2DA5D4-2936-2DC1-0208-6CFB274C1090}"/>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AF2DA5D4-2936-2DC1-0208-6CFB274C1090}"/>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2D8A5B2-E1BF-D57A-6311-1EA835F4A852}"/>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2D8A5B2-E1BF-D57A-6311-1EA835F4A852}"/>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28EB33A-13CE-3FAD-E619-1F23555185AC}"/>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28EB33A-13CE-3FAD-E619-1F23555185AC}"/>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93FB24D-4B19-2CE9-A23E-3ED2F747CF6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A27B361-AEA1-71AE-1029-A47942168E4B}"/>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A27B361-AEA1-71AE-1029-A47942168E4B}"/>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0E3DDC6-5AE6-4008-4710-41485F11D0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D5F29F0-B04D-6561-13DC-FAD4FD758CD3}"/>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041AE0F-FD8D-FF3A-DA4C-01031D03E5DE}"/>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B041AE0F-FD8D-FF3A-DA4C-01031D03E5DE}"/>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C40692B-245D-DB58-D8D8-AF40C6E874C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C40692B-245D-DB58-D8D8-AF40C6E874C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47907B-4450-F61F-F647-3103844AB2C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47907B-4450-F61F-F647-3103844AB2C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55DE9AD-59B2-5466-4B6C-7E41283DE11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D4FCEB6-3810-4E60-1EBB-8F077CF8EE20}"/>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E88442F2-D0D1-442C-9C97-914E98F8443B}"/>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BB2880C-7DAA-176F-A777-64F13D64D0D9}"/>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EFC2334-B57C-38BD-7BA7-BB8E5812BCCB}"/>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EFC2334-B57C-38BD-7BA7-BB8E5812BCCB}"/>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A2B7314-27B2-86E6-2D6F-121C83C36FA4}"/>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DA2B7314-27B2-86E6-2D6F-121C83C36FA4}"/>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647098B-3C01-4570-600D-3570B8E89F1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D647098B-3C01-4570-600D-3570B8E89F1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81599CA-BE53-395F-AAB6-60C4D7D17413}"/>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81599CA-BE53-395F-AAB6-60C4D7D17413}"/>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5CCE70D-4923-326B-098D-CC71F743D3D7}"/>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21D9C35-EF22-1655-78B7-0C4F5739814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6323CE5-F1C1-376A-D338-EFC94844EE2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36323CE5-F1C1-376A-D338-EFC94844EE2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28C7DEA-4DE7-77F8-5A15-EDDC732B932C}"/>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3DB876B-DF25-131A-D19D-AD404E60734B}"/>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0E7AC85-21EE-1019-E79F-0C1869344932}"/>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1DC91B-164B-0C12-4C80-EB32861F1015}"/>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0B6550D-FF9E-7F0E-0AD1-70F6C51338E8}"/>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40B6550D-FF9E-7F0E-0AD1-70F6C51338E8}"/>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3A659FA-A07A-A758-AB88-4C379BE1BBF3}"/>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3A659FA-A07A-A758-AB88-4C379BE1BBF3}"/>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F4C7A19-9B81-A5F6-8B49-3FEB78DCCD2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F4C7A19-9B81-A5F6-8B49-3FEB78DCCD2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5ABFAE-CFF1-94D7-75EA-ED3F1FFF509A}"/>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5ABFAE-CFF1-94D7-75EA-ED3F1FFF509A}"/>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6C831F4-A2D7-1153-2B20-E9FEF7219BF9}"/>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6C831F4-A2D7-1153-2B20-E9FEF7219BF9}"/>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1BED310-06F2-E47F-29D6-87FA155F036E}"/>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E797662E-CEBC-DAAE-3E5F-18636EF3867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93778832-96D7-2947-B80A-A56B0F3A40C3}"/>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527796F3-03A6-6ACF-7598-DD0BBF06BE72}"/>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ACF3A79-6BE7-9B0E-CD99-E0D613660B0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653FD999-7E7D-5C1E-B14B-A7AE290E8116}"/>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7DD72C87-8C8B-7249-2C1E-7C5101542E23}"/>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FEF01F9-C59E-28F2-20B0-2C431442C89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26BEB7E7-6379-36B8-F440-3EA3838B6A42}"/>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C8F2F69-E9D6-EEB1-9017-972230F4BE78}"/>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0D5549F3-AD70-F6F3-EC22-D4BCAFB9F80E}"/>
              </a:ext>
            </a:extLst>
          </p:cNvPr>
          <p:cNvSpPr/>
          <p:nvPr/>
        </p:nvSpPr>
        <p:spPr>
          <a:xfrm>
            <a:off x="371368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1C5A117-50B0-E088-668E-DB68E643D72D}"/>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808FD04D-25F7-94B2-9C1E-F29F6D3D1AD9}"/>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9E5CA64F-2E01-1A8F-0F89-BC91587C2FD4}"/>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BEDF6BC6-6D35-1B44-3892-138872AB69E7}"/>
              </a:ext>
            </a:extLst>
          </p:cNvPr>
          <p:cNvSpPr/>
          <p:nvPr/>
        </p:nvSpPr>
        <p:spPr>
          <a:xfrm>
            <a:off x="5451304" y="2807360"/>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44C0CFF2-BC08-F6A5-9027-5D77B1BB6376}"/>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B0481AAD-80CB-9674-419C-676C679311B8}"/>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FC6AC493-A8D0-6676-6D2D-56152DE674BC}"/>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715907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76382F74-C45A-66E5-8477-18197D7EF130}"/>
              </a:ext>
            </a:extLst>
          </p:cNvPr>
          <p:cNvSpPr/>
          <p:nvPr/>
        </p:nvSpPr>
        <p:spPr>
          <a:xfrm>
            <a:off x="3578087" y="12324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A</a:t>
            </a:r>
          </a:p>
        </p:txBody>
      </p:sp>
      <p:sp>
        <p:nvSpPr>
          <p:cNvPr id="5" name="Oval 4">
            <a:extLst>
              <a:ext uri="{FF2B5EF4-FFF2-40B4-BE49-F238E27FC236}">
                <a16:creationId xmlns:a16="http://schemas.microsoft.com/office/drawing/2014/main" id="{DDB2A9E8-2079-823F-1DB5-9189163CDCD1}"/>
              </a:ext>
            </a:extLst>
          </p:cNvPr>
          <p:cNvSpPr/>
          <p:nvPr/>
        </p:nvSpPr>
        <p:spPr>
          <a:xfrm>
            <a:off x="4850296" y="2166730"/>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B</a:t>
            </a:r>
          </a:p>
        </p:txBody>
      </p:sp>
      <p:sp>
        <p:nvSpPr>
          <p:cNvPr id="6" name="Rectangle 5">
            <a:extLst>
              <a:ext uri="{FF2B5EF4-FFF2-40B4-BE49-F238E27FC236}">
                <a16:creationId xmlns:a16="http://schemas.microsoft.com/office/drawing/2014/main" id="{258B3088-21D9-B6DD-98A4-2826FA9D4D9B}"/>
              </a:ext>
            </a:extLst>
          </p:cNvPr>
          <p:cNvSpPr/>
          <p:nvPr/>
        </p:nvSpPr>
        <p:spPr>
          <a:xfrm rot="18924219">
            <a:off x="4777377" y="2058398"/>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5A30F8-7733-76EB-5589-C1B184599F59}"/>
              </a:ext>
            </a:extLst>
          </p:cNvPr>
          <p:cNvSpPr/>
          <p:nvPr/>
        </p:nvSpPr>
        <p:spPr>
          <a:xfrm>
            <a:off x="6096000" y="32136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C</a:t>
            </a:r>
          </a:p>
        </p:txBody>
      </p:sp>
      <p:sp>
        <p:nvSpPr>
          <p:cNvPr id="8" name="Rectangle 7">
            <a:extLst>
              <a:ext uri="{FF2B5EF4-FFF2-40B4-BE49-F238E27FC236}">
                <a16:creationId xmlns:a16="http://schemas.microsoft.com/office/drawing/2014/main" id="{3F65D165-9247-8D1E-1EC2-4BFF686BFA66}"/>
              </a:ext>
            </a:extLst>
          </p:cNvPr>
          <p:cNvSpPr/>
          <p:nvPr/>
        </p:nvSpPr>
        <p:spPr>
          <a:xfrm rot="18924219">
            <a:off x="6023081" y="3105320"/>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BFBD2881-BC2F-AC53-0411-802FEC454D86}"/>
              </a:ext>
            </a:extLst>
          </p:cNvPr>
          <p:cNvSpPr/>
          <p:nvPr/>
        </p:nvSpPr>
        <p:spPr>
          <a:xfrm>
            <a:off x="579472"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0" name="Rectangle: Rounded Corners 9">
            <a:extLst>
              <a:ext uri="{FF2B5EF4-FFF2-40B4-BE49-F238E27FC236}">
                <a16:creationId xmlns:a16="http://schemas.microsoft.com/office/drawing/2014/main" id="{5E042F87-456C-545F-34A5-46586C400948}"/>
              </a:ext>
            </a:extLst>
          </p:cNvPr>
          <p:cNvSpPr/>
          <p:nvPr/>
        </p:nvSpPr>
        <p:spPr>
          <a:xfrm>
            <a:off x="2416016" y="5259788"/>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1" name="Rectangle: Rounded Corners 10">
            <a:extLst>
              <a:ext uri="{FF2B5EF4-FFF2-40B4-BE49-F238E27FC236}">
                <a16:creationId xmlns:a16="http://schemas.microsoft.com/office/drawing/2014/main" id="{58DDB5AB-EDC1-1A45-8226-A3C5000C4E97}"/>
              </a:ext>
            </a:extLst>
          </p:cNvPr>
          <p:cNvSpPr/>
          <p:nvPr/>
        </p:nvSpPr>
        <p:spPr>
          <a:xfrm>
            <a:off x="4252560" y="5259788"/>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 name="Rectangle: Rounded Corners 11">
            <a:extLst>
              <a:ext uri="{FF2B5EF4-FFF2-40B4-BE49-F238E27FC236}">
                <a16:creationId xmlns:a16="http://schemas.microsoft.com/office/drawing/2014/main" id="{43408131-7CF2-CEBA-8701-D54CE11A789A}"/>
              </a:ext>
            </a:extLst>
          </p:cNvPr>
          <p:cNvSpPr/>
          <p:nvPr/>
        </p:nvSpPr>
        <p:spPr>
          <a:xfrm>
            <a:off x="6089105"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3" name="Straight Arrow Connector 12">
            <a:extLst>
              <a:ext uri="{FF2B5EF4-FFF2-40B4-BE49-F238E27FC236}">
                <a16:creationId xmlns:a16="http://schemas.microsoft.com/office/drawing/2014/main" id="{E73B9A77-143C-A0BA-E26D-0B63BB343507}"/>
              </a:ext>
            </a:extLst>
          </p:cNvPr>
          <p:cNvCxnSpPr>
            <a:cxnSpLocks/>
            <a:stCxn id="9" idx="3"/>
            <a:endCxn id="10" idx="1"/>
          </p:cNvCxnSpPr>
          <p:nvPr/>
        </p:nvCxnSpPr>
        <p:spPr>
          <a:xfrm>
            <a:off x="1951072"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FBA9F3A8-0553-50A4-67AC-9EB20845848E}"/>
              </a:ext>
            </a:extLst>
          </p:cNvPr>
          <p:cNvCxnSpPr>
            <a:cxnSpLocks/>
            <a:stCxn id="10" idx="3"/>
            <a:endCxn id="11" idx="1"/>
          </p:cNvCxnSpPr>
          <p:nvPr/>
        </p:nvCxnSpPr>
        <p:spPr>
          <a:xfrm>
            <a:off x="3787616"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672A58C-71BC-F365-A0F3-C351245C31C7}"/>
              </a:ext>
            </a:extLst>
          </p:cNvPr>
          <p:cNvCxnSpPr>
            <a:cxnSpLocks/>
            <a:stCxn id="11" idx="3"/>
            <a:endCxn id="12" idx="1"/>
          </p:cNvCxnSpPr>
          <p:nvPr/>
        </p:nvCxnSpPr>
        <p:spPr>
          <a:xfrm>
            <a:off x="5624160" y="5625548"/>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9953D1B4-A4FC-973A-70AF-B9F2FCB3C0A3}"/>
              </a:ext>
            </a:extLst>
          </p:cNvPr>
          <p:cNvCxnSpPr>
            <a:cxnSpLocks/>
            <a:stCxn id="11" idx="0"/>
          </p:cNvCxnSpPr>
          <p:nvPr/>
        </p:nvCxnSpPr>
        <p:spPr>
          <a:xfrm flipH="1" flipV="1">
            <a:off x="4244009" y="2295939"/>
            <a:ext cx="694351" cy="29638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696DC0D-C095-C378-7513-87FEFAB7D6CA}"/>
              </a:ext>
            </a:extLst>
          </p:cNvPr>
          <p:cNvCxnSpPr>
            <a:cxnSpLocks/>
            <a:stCxn id="11" idx="0"/>
          </p:cNvCxnSpPr>
          <p:nvPr/>
        </p:nvCxnSpPr>
        <p:spPr>
          <a:xfrm flipV="1">
            <a:off x="4938360" y="3137783"/>
            <a:ext cx="341808" cy="21220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7E648B3-95E5-3ED9-829E-F0817C6EDD0D}"/>
              </a:ext>
            </a:extLst>
          </p:cNvPr>
          <p:cNvCxnSpPr>
            <a:cxnSpLocks/>
            <a:stCxn id="11" idx="0"/>
          </p:cNvCxnSpPr>
          <p:nvPr/>
        </p:nvCxnSpPr>
        <p:spPr>
          <a:xfrm flipV="1">
            <a:off x="4938360" y="4163005"/>
            <a:ext cx="1629482" cy="10967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27365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2179D-ABA7-9E34-A6B9-DD098A07F77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DDC88E-1204-6A90-F5A9-C177EA442D2C}"/>
              </a:ext>
            </a:extLst>
          </p:cNvPr>
          <p:cNvSpPr>
            <a:spLocks noGrp="1"/>
          </p:cNvSpPr>
          <p:nvPr>
            <p:ph type="sldNum" sz="quarter" idx="12"/>
          </p:nvPr>
        </p:nvSpPr>
        <p:spPr/>
        <p:txBody>
          <a:bodyPr/>
          <a:lstStyle/>
          <a:p>
            <a:fld id="{250B62C5-2ACF-4D78-8FF3-37371B948607}" type="slidenum">
              <a:rPr lang="en-US" smtClean="0"/>
              <a:t>48</a:t>
            </a:fld>
            <a:endParaRPr lang="en-US"/>
          </a:p>
        </p:txBody>
      </p:sp>
      <p:sp>
        <p:nvSpPr>
          <p:cNvPr id="43" name="Rectangle: Rounded Corners 42">
            <a:extLst>
              <a:ext uri="{FF2B5EF4-FFF2-40B4-BE49-F238E27FC236}">
                <a16:creationId xmlns:a16="http://schemas.microsoft.com/office/drawing/2014/main" id="{3C7CD612-B2C7-E3E6-8CDD-9E9F468933E9}"/>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D3A72784-8DD7-3C9C-14F8-876EF59DD60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A6CAD62A-0195-F53F-DB6C-7FB86F281F9D}"/>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FD4354D-A716-C263-B6CD-95699B7689E7}"/>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2DB61A76-D20A-3D67-4E71-2A774738499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4C2CD84B-A209-6A87-AAE6-648163126621}"/>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0BA15C-A2BA-2C25-F386-04439D5196FC}"/>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77" name="Group 76">
            <a:extLst>
              <a:ext uri="{FF2B5EF4-FFF2-40B4-BE49-F238E27FC236}">
                <a16:creationId xmlns:a16="http://schemas.microsoft.com/office/drawing/2014/main" id="{CF5CA83C-B629-F8A3-5E5A-FA61B07DDC1E}"/>
              </a:ext>
            </a:extLst>
          </p:cNvPr>
          <p:cNvGrpSpPr/>
          <p:nvPr/>
        </p:nvGrpSpPr>
        <p:grpSpPr>
          <a:xfrm>
            <a:off x="5306067" y="144687"/>
            <a:ext cx="5086551" cy="6568625"/>
            <a:chOff x="4964410" y="170815"/>
            <a:chExt cx="5086551" cy="6568625"/>
          </a:xfrm>
        </p:grpSpPr>
        <p:pic>
          <p:nvPicPr>
            <p:cNvPr id="34" name="Picture 33">
              <a:extLst>
                <a:ext uri="{FF2B5EF4-FFF2-40B4-BE49-F238E27FC236}">
                  <a16:creationId xmlns:a16="http://schemas.microsoft.com/office/drawing/2014/main" id="{11AB9319-1D3F-84B8-44DD-167F9EE193AF}"/>
                </a:ext>
              </a:extLst>
            </p:cNvPr>
            <p:cNvPicPr>
              <a:picLocks noChangeAspect="1"/>
            </p:cNvPicPr>
            <p:nvPr/>
          </p:nvPicPr>
          <p:blipFill>
            <a:blip r:embed="rId3"/>
            <a:stretch>
              <a:fillRect/>
            </a:stretch>
          </p:blipFill>
          <p:spPr>
            <a:xfrm rot="16379150" flipH="1">
              <a:off x="7721169" y="2122486"/>
              <a:ext cx="1483213" cy="1483214"/>
            </a:xfrm>
            <a:prstGeom prst="rect">
              <a:avLst/>
            </a:prstGeom>
          </p:spPr>
        </p:pic>
        <p:sp>
          <p:nvSpPr>
            <p:cNvPr id="35" name="TextBox 34">
              <a:extLst>
                <a:ext uri="{FF2B5EF4-FFF2-40B4-BE49-F238E27FC236}">
                  <a16:creationId xmlns:a16="http://schemas.microsoft.com/office/drawing/2014/main" id="{57049E24-0EFC-5095-A4E3-B5B20ACD425C}"/>
                </a:ext>
              </a:extLst>
            </p:cNvPr>
            <p:cNvSpPr txBox="1"/>
            <p:nvPr/>
          </p:nvSpPr>
          <p:spPr>
            <a:xfrm>
              <a:off x="8840501" y="2296231"/>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37" name="Picture 36">
              <a:extLst>
                <a:ext uri="{FF2B5EF4-FFF2-40B4-BE49-F238E27FC236}">
                  <a16:creationId xmlns:a16="http://schemas.microsoft.com/office/drawing/2014/main" id="{DE6F9422-B057-F3C6-24E2-8F5A6057287D}"/>
                </a:ext>
              </a:extLst>
            </p:cNvPr>
            <p:cNvPicPr>
              <a:picLocks noChangeAspect="1"/>
            </p:cNvPicPr>
            <p:nvPr/>
          </p:nvPicPr>
          <p:blipFill>
            <a:blip r:embed="rId4"/>
            <a:srcRect l="8213"/>
            <a:stretch>
              <a:fillRect/>
            </a:stretch>
          </p:blipFill>
          <p:spPr>
            <a:xfrm>
              <a:off x="5981937" y="2647825"/>
              <a:ext cx="1438385" cy="1567101"/>
            </a:xfrm>
            <a:prstGeom prst="rect">
              <a:avLst/>
            </a:prstGeom>
          </p:spPr>
        </p:pic>
        <p:cxnSp>
          <p:nvCxnSpPr>
            <p:cNvPr id="38" name="Straight Connector 37">
              <a:extLst>
                <a:ext uri="{FF2B5EF4-FFF2-40B4-BE49-F238E27FC236}">
                  <a16:creationId xmlns:a16="http://schemas.microsoft.com/office/drawing/2014/main" id="{BAA28442-9B3C-3FE6-90A2-EAE3A2BC3734}"/>
                </a:ext>
              </a:extLst>
            </p:cNvPr>
            <p:cNvCxnSpPr>
              <a:cxnSpLocks/>
            </p:cNvCxnSpPr>
            <p:nvPr/>
          </p:nvCxnSpPr>
          <p:spPr>
            <a:xfrm flipH="1" flipV="1">
              <a:off x="6603161" y="2654936"/>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CA2855A-4F44-3D01-FFCF-27A1BA4D4E74}"/>
                </a:ext>
              </a:extLst>
            </p:cNvPr>
            <p:cNvCxnSpPr>
              <a:cxnSpLocks/>
            </p:cNvCxnSpPr>
            <p:nvPr/>
          </p:nvCxnSpPr>
          <p:spPr>
            <a:xfrm flipV="1">
              <a:off x="7313433" y="2929923"/>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07505111-0342-2B44-41FE-7F98259E7C93}"/>
                </a:ext>
              </a:extLst>
            </p:cNvPr>
            <p:cNvGrpSpPr/>
            <p:nvPr/>
          </p:nvGrpSpPr>
          <p:grpSpPr>
            <a:xfrm>
              <a:off x="4964410" y="170815"/>
              <a:ext cx="4861322" cy="6568625"/>
              <a:chOff x="6610277" y="151571"/>
              <a:chExt cx="4861322" cy="6568625"/>
            </a:xfrm>
          </p:grpSpPr>
          <p:pic>
            <p:nvPicPr>
              <p:cNvPr id="51" name="Picture 50">
                <a:extLst>
                  <a:ext uri="{FF2B5EF4-FFF2-40B4-BE49-F238E27FC236}">
                    <a16:creationId xmlns:a16="http://schemas.microsoft.com/office/drawing/2014/main" id="{D356D1CF-4460-2D82-9352-4804DBED312C}"/>
                  </a:ext>
                </a:extLst>
              </p:cNvPr>
              <p:cNvPicPr>
                <a:picLocks noChangeAspect="1"/>
              </p:cNvPicPr>
              <p:nvPr/>
            </p:nvPicPr>
            <p:blipFill>
              <a:blip r:embed="rId5"/>
              <a:stretch>
                <a:fillRect/>
              </a:stretch>
            </p:blipFill>
            <p:spPr>
              <a:xfrm>
                <a:off x="7290882" y="5040554"/>
                <a:ext cx="1679641" cy="1679642"/>
              </a:xfrm>
              <a:prstGeom prst="rect">
                <a:avLst/>
              </a:prstGeom>
            </p:spPr>
          </p:pic>
          <p:pic>
            <p:nvPicPr>
              <p:cNvPr id="52" name="Picture 51">
                <a:extLst>
                  <a:ext uri="{FF2B5EF4-FFF2-40B4-BE49-F238E27FC236}">
                    <a16:creationId xmlns:a16="http://schemas.microsoft.com/office/drawing/2014/main" id="{91C5ECFA-5B94-9FDB-64FF-BB374CC1BC41}"/>
                  </a:ext>
                </a:extLst>
              </p:cNvPr>
              <p:cNvPicPr>
                <a:picLocks noChangeAspect="1"/>
              </p:cNvPicPr>
              <p:nvPr/>
            </p:nvPicPr>
            <p:blipFill>
              <a:blip r:embed="rId6"/>
              <a:srcRect l="25538" t="6542" r="31911" b="10234"/>
              <a:stretch>
                <a:fillRect/>
              </a:stretch>
            </p:blipFill>
            <p:spPr>
              <a:xfrm rot="9842333">
                <a:off x="8828453" y="795315"/>
                <a:ext cx="354848" cy="462687"/>
              </a:xfrm>
              <a:prstGeom prst="rect">
                <a:avLst/>
              </a:prstGeom>
            </p:spPr>
          </p:pic>
          <p:sp>
            <p:nvSpPr>
              <p:cNvPr id="53" name="Freeform: Shape 52">
                <a:extLst>
                  <a:ext uri="{FF2B5EF4-FFF2-40B4-BE49-F238E27FC236}">
                    <a16:creationId xmlns:a16="http://schemas.microsoft.com/office/drawing/2014/main" id="{1D8F0F41-382F-6C90-41D2-655EA136BA99}"/>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54" name="Picture 53">
                <a:extLst>
                  <a:ext uri="{FF2B5EF4-FFF2-40B4-BE49-F238E27FC236}">
                    <a16:creationId xmlns:a16="http://schemas.microsoft.com/office/drawing/2014/main" id="{5303D494-DD88-DF84-0B84-4E16103AACBF}"/>
                  </a:ext>
                </a:extLst>
              </p:cNvPr>
              <p:cNvPicPr>
                <a:picLocks noChangeAspect="1"/>
              </p:cNvPicPr>
              <p:nvPr/>
            </p:nvPicPr>
            <p:blipFill>
              <a:blip r:embed="rId6"/>
              <a:srcRect l="25538" t="6542" r="31911" b="10234"/>
              <a:stretch>
                <a:fillRect/>
              </a:stretch>
            </p:blipFill>
            <p:spPr>
              <a:xfrm rot="9842333">
                <a:off x="9080817" y="482376"/>
                <a:ext cx="354848" cy="462687"/>
              </a:xfrm>
              <a:prstGeom prst="rect">
                <a:avLst/>
              </a:prstGeom>
            </p:spPr>
          </p:pic>
          <p:pic>
            <p:nvPicPr>
              <p:cNvPr id="55" name="Picture 54">
                <a:extLst>
                  <a:ext uri="{FF2B5EF4-FFF2-40B4-BE49-F238E27FC236}">
                    <a16:creationId xmlns:a16="http://schemas.microsoft.com/office/drawing/2014/main" id="{8AE10154-C705-ED2B-5C73-792A8386BA6D}"/>
                  </a:ext>
                </a:extLst>
              </p:cNvPr>
              <p:cNvPicPr>
                <a:picLocks noChangeAspect="1"/>
              </p:cNvPicPr>
              <p:nvPr/>
            </p:nvPicPr>
            <p:blipFill>
              <a:blip r:embed="rId6"/>
              <a:srcRect l="25538" t="6542" r="31911" b="10234"/>
              <a:stretch>
                <a:fillRect/>
              </a:stretch>
            </p:blipFill>
            <p:spPr>
              <a:xfrm rot="9842333">
                <a:off x="8505733" y="674954"/>
                <a:ext cx="354848" cy="462687"/>
              </a:xfrm>
              <a:prstGeom prst="rect">
                <a:avLst/>
              </a:prstGeom>
            </p:spPr>
          </p:pic>
          <p:pic>
            <p:nvPicPr>
              <p:cNvPr id="56" name="Picture 55">
                <a:extLst>
                  <a:ext uri="{FF2B5EF4-FFF2-40B4-BE49-F238E27FC236}">
                    <a16:creationId xmlns:a16="http://schemas.microsoft.com/office/drawing/2014/main" id="{87E00050-F5DE-2B01-33B7-11750F76A37D}"/>
                  </a:ext>
                </a:extLst>
              </p:cNvPr>
              <p:cNvPicPr>
                <a:picLocks noChangeAspect="1"/>
              </p:cNvPicPr>
              <p:nvPr/>
            </p:nvPicPr>
            <p:blipFill>
              <a:blip r:embed="rId6"/>
              <a:srcRect l="25538" t="6542" r="31911" b="10234"/>
              <a:stretch>
                <a:fillRect/>
              </a:stretch>
            </p:blipFill>
            <p:spPr>
              <a:xfrm rot="9842333">
                <a:off x="8810327" y="495135"/>
                <a:ext cx="354848" cy="462687"/>
              </a:xfrm>
              <a:prstGeom prst="rect">
                <a:avLst/>
              </a:prstGeom>
            </p:spPr>
          </p:pic>
          <p:sp>
            <p:nvSpPr>
              <p:cNvPr id="57" name="Freeform: Shape 56">
                <a:extLst>
                  <a:ext uri="{FF2B5EF4-FFF2-40B4-BE49-F238E27FC236}">
                    <a16:creationId xmlns:a16="http://schemas.microsoft.com/office/drawing/2014/main" id="{ACEE2A12-97A2-9C11-6FAE-8DC5982E7560}"/>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8" name="Freeform: Shape 57">
                <a:extLst>
                  <a:ext uri="{FF2B5EF4-FFF2-40B4-BE49-F238E27FC236}">
                    <a16:creationId xmlns:a16="http://schemas.microsoft.com/office/drawing/2014/main" id="{CBCF80BD-F1EC-F8F9-DE6C-92272C088970}"/>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9" name="TextBox 58">
                <a:extLst>
                  <a:ext uri="{FF2B5EF4-FFF2-40B4-BE49-F238E27FC236}">
                    <a16:creationId xmlns:a16="http://schemas.microsoft.com/office/drawing/2014/main" id="{29B237BC-21F3-9191-0A7C-1CEA79954BCC}"/>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60" name="TextBox 59">
                <a:extLst>
                  <a:ext uri="{FF2B5EF4-FFF2-40B4-BE49-F238E27FC236}">
                    <a16:creationId xmlns:a16="http://schemas.microsoft.com/office/drawing/2014/main" id="{23B9B7FF-97C3-7DBF-E32E-7AE95CF54731}"/>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61" name="Arc 60">
                <a:extLst>
                  <a:ext uri="{FF2B5EF4-FFF2-40B4-BE49-F238E27FC236}">
                    <a16:creationId xmlns:a16="http://schemas.microsoft.com/office/drawing/2014/main" id="{52ECDDFD-9CE3-A911-0168-70DD87915576}"/>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62" name="TextBox 61">
                <a:extLst>
                  <a:ext uri="{FF2B5EF4-FFF2-40B4-BE49-F238E27FC236}">
                    <a16:creationId xmlns:a16="http://schemas.microsoft.com/office/drawing/2014/main" id="{BE99F2C2-E1C6-B7C4-EA0A-F016DF2298F5}"/>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63" name="TextBox 62">
                <a:extLst>
                  <a:ext uri="{FF2B5EF4-FFF2-40B4-BE49-F238E27FC236}">
                    <a16:creationId xmlns:a16="http://schemas.microsoft.com/office/drawing/2014/main" id="{46FEFC3A-04F7-1072-3DA1-BFC7A7DEFAE9}"/>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78A5D34-E61C-98A5-BB8A-AA8E8D1D24EA}"/>
                  </a:ext>
                </a:extLst>
              </p:cNvPr>
              <p:cNvSpPr txBox="1"/>
              <p:nvPr/>
            </p:nvSpPr>
            <p:spPr>
              <a:xfrm>
                <a:off x="377297" y="1461840"/>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67" name="TextBox 66">
                <a:extLst>
                  <a:ext uri="{FF2B5EF4-FFF2-40B4-BE49-F238E27FC236}">
                    <a16:creationId xmlns:a16="http://schemas.microsoft.com/office/drawing/2014/main" id="{178A5D34-E61C-98A5-BB8A-AA8E8D1D24EA}"/>
                  </a:ext>
                </a:extLst>
              </p:cNvPr>
              <p:cNvSpPr txBox="1">
                <a:spLocks noRot="1" noChangeAspect="1" noMove="1" noResize="1" noEditPoints="1" noAdjustHandles="1" noChangeArrowheads="1" noChangeShapeType="1" noTextEdit="1"/>
              </p:cNvSpPr>
              <p:nvPr/>
            </p:nvSpPr>
            <p:spPr>
              <a:xfrm>
                <a:off x="377297" y="1461840"/>
                <a:ext cx="3532698" cy="953018"/>
              </a:xfrm>
              <a:prstGeom prst="rect">
                <a:avLst/>
              </a:prstGeom>
              <a:blipFill>
                <a:blip r:embed="rId7"/>
                <a:stretch>
                  <a:fillRect/>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F14013BE-C408-7CFB-87CB-790C3C4E93F6}"/>
              </a:ext>
            </a:extLst>
          </p:cNvPr>
          <p:cNvSpPr txBox="1"/>
          <p:nvPr/>
        </p:nvSpPr>
        <p:spPr>
          <a:xfrm>
            <a:off x="81223" y="628199"/>
            <a:ext cx="4124847" cy="461665"/>
          </a:xfrm>
          <a:prstGeom prst="rect">
            <a:avLst/>
          </a:prstGeom>
          <a:noFill/>
        </p:spPr>
        <p:txBody>
          <a:bodyPr wrap="none" rtlCol="0">
            <a:spAutoFit/>
          </a:bodyPr>
          <a:lstStyle/>
          <a:p>
            <a:r>
              <a:rPr lang="en-US" sz="2400" spc="0" baseline="0" dirty="0">
                <a:ln/>
                <a:solidFill>
                  <a:srgbClr val="000000"/>
                </a:solidFill>
                <a:latin typeface="Arial"/>
                <a:cs typeface="Arial"/>
                <a:sym typeface="Arial"/>
                <a:rtl val="0"/>
              </a:rPr>
              <a:t>Enzyme unfolding probability</a:t>
            </a:r>
            <a:endParaRPr lang="en-US" sz="24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F734E4FD-AB4E-42E3-C411-3E1EBA58FC1D}"/>
                  </a:ext>
                </a:extLst>
              </p:cNvPr>
              <p:cNvSpPr txBox="1"/>
              <p:nvPr/>
            </p:nvSpPr>
            <p:spPr>
              <a:xfrm>
                <a:off x="81223" y="3657690"/>
                <a:ext cx="28159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Δ</m:t>
                      </m:r>
                      <m:r>
                        <a:rPr lang="en-US" sz="2400" i="1">
                          <a:latin typeface="Cambria Math" panose="02040503050406030204" pitchFamily="18" charset="0"/>
                        </a:rPr>
                        <m:t>𝐸</m:t>
                      </m:r>
                    </m:oMath>
                  </m:oMathPara>
                </a14:m>
                <a:endParaRPr lang="en-US" sz="2400" dirty="0"/>
              </a:p>
            </p:txBody>
          </p:sp>
        </mc:Choice>
        <mc:Fallback xmlns="">
          <p:sp>
            <p:nvSpPr>
              <p:cNvPr id="69" name="TextBox 68">
                <a:extLst>
                  <a:ext uri="{FF2B5EF4-FFF2-40B4-BE49-F238E27FC236}">
                    <a16:creationId xmlns:a16="http://schemas.microsoft.com/office/drawing/2014/main" id="{F734E4FD-AB4E-42E3-C411-3E1EBA58FC1D}"/>
                  </a:ext>
                </a:extLst>
              </p:cNvPr>
              <p:cNvSpPr txBox="1">
                <a:spLocks noRot="1" noChangeAspect="1" noMove="1" noResize="1" noEditPoints="1" noAdjustHandles="1" noChangeArrowheads="1" noChangeShapeType="1" noTextEdit="1"/>
              </p:cNvSpPr>
              <p:nvPr/>
            </p:nvSpPr>
            <p:spPr>
              <a:xfrm>
                <a:off x="81223" y="3657690"/>
                <a:ext cx="281598" cy="461665"/>
              </a:xfrm>
              <a:prstGeom prst="rect">
                <a:avLst/>
              </a:prstGeom>
              <a:blipFill>
                <a:blip r:embed="rId8"/>
                <a:stretch>
                  <a:fillRect l="-4255" r="-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4740742-BCA5-790C-F0CD-4F614DBAA7FF}"/>
                  </a:ext>
                </a:extLst>
              </p:cNvPr>
              <p:cNvSpPr txBox="1"/>
              <p:nvPr/>
            </p:nvSpPr>
            <p:spPr>
              <a:xfrm>
                <a:off x="21848" y="2896622"/>
                <a:ext cx="469949"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oMath>
                  </m:oMathPara>
                </a14:m>
                <a:endParaRPr lang="en-US" sz="2400" dirty="0"/>
              </a:p>
            </p:txBody>
          </p:sp>
        </mc:Choice>
        <mc:Fallback xmlns="">
          <p:sp>
            <p:nvSpPr>
              <p:cNvPr id="70" name="TextBox 69">
                <a:extLst>
                  <a:ext uri="{FF2B5EF4-FFF2-40B4-BE49-F238E27FC236}">
                    <a16:creationId xmlns:a16="http://schemas.microsoft.com/office/drawing/2014/main" id="{64740742-BCA5-790C-F0CD-4F614DBAA7FF}"/>
                  </a:ext>
                </a:extLst>
              </p:cNvPr>
              <p:cNvSpPr txBox="1">
                <a:spLocks noRot="1" noChangeAspect="1" noMove="1" noResize="1" noEditPoints="1" noAdjustHandles="1" noChangeArrowheads="1" noChangeShapeType="1" noTextEdit="1"/>
              </p:cNvSpPr>
              <p:nvPr/>
            </p:nvSpPr>
            <p:spPr>
              <a:xfrm>
                <a:off x="21848" y="2896622"/>
                <a:ext cx="469949" cy="461665"/>
              </a:xfrm>
              <a:prstGeom prst="rect">
                <a:avLst/>
              </a:prstGeom>
              <a:blipFill>
                <a:blip r:embed="rId9"/>
                <a:stretch>
                  <a:fillRect r="-135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A7FAABF-BD94-6536-BABA-904D5E979E71}"/>
                  </a:ext>
                </a:extLst>
              </p:cNvPr>
              <p:cNvSpPr txBox="1"/>
              <p:nvPr/>
            </p:nvSpPr>
            <p:spPr>
              <a:xfrm>
                <a:off x="141796" y="4308598"/>
                <a:ext cx="3317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oMath>
                  </m:oMathPara>
                </a14:m>
                <a:endParaRPr lang="en-US" sz="2400" dirty="0"/>
              </a:p>
            </p:txBody>
          </p:sp>
        </mc:Choice>
        <mc:Fallback xmlns="">
          <p:sp>
            <p:nvSpPr>
              <p:cNvPr id="71" name="TextBox 70">
                <a:extLst>
                  <a:ext uri="{FF2B5EF4-FFF2-40B4-BE49-F238E27FC236}">
                    <a16:creationId xmlns:a16="http://schemas.microsoft.com/office/drawing/2014/main" id="{CA7FAABF-BD94-6536-BABA-904D5E979E71}"/>
                  </a:ext>
                </a:extLst>
              </p:cNvPr>
              <p:cNvSpPr txBox="1">
                <a:spLocks noRot="1" noChangeAspect="1" noMove="1" noResize="1" noEditPoints="1" noAdjustHandles="1" noChangeArrowheads="1" noChangeShapeType="1" noTextEdit="1"/>
              </p:cNvSpPr>
              <p:nvPr/>
            </p:nvSpPr>
            <p:spPr>
              <a:xfrm>
                <a:off x="141796" y="4308598"/>
                <a:ext cx="331731" cy="461665"/>
              </a:xfrm>
              <a:prstGeom prst="rect">
                <a:avLst/>
              </a:prstGeom>
              <a:blipFill>
                <a:blip r:embed="rId10"/>
                <a:stretch>
                  <a:fillRect l="-5455" r="-4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5D4B868-2D8A-8A07-8E56-1FF3145C0907}"/>
                  </a:ext>
                </a:extLst>
              </p:cNvPr>
              <p:cNvSpPr txBox="1"/>
              <p:nvPr/>
            </p:nvSpPr>
            <p:spPr>
              <a:xfrm>
                <a:off x="180796" y="5051270"/>
                <a:ext cx="191670"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smtClean="0">
                          <a:latin typeface="Cambria Math" panose="02040503050406030204" pitchFamily="18" charset="0"/>
                        </a:rPr>
                        <m:t>𝑇</m:t>
                      </m:r>
                    </m:oMath>
                  </m:oMathPara>
                </a14:m>
                <a:endParaRPr lang="en-US" sz="2400" dirty="0"/>
              </a:p>
            </p:txBody>
          </p:sp>
        </mc:Choice>
        <mc:Fallback xmlns="">
          <p:sp>
            <p:nvSpPr>
              <p:cNvPr id="72" name="TextBox 71">
                <a:extLst>
                  <a:ext uri="{FF2B5EF4-FFF2-40B4-BE49-F238E27FC236}">
                    <a16:creationId xmlns:a16="http://schemas.microsoft.com/office/drawing/2014/main" id="{75D4B868-2D8A-8A07-8E56-1FF3145C0907}"/>
                  </a:ext>
                </a:extLst>
              </p:cNvPr>
              <p:cNvSpPr txBox="1">
                <a:spLocks noRot="1" noChangeAspect="1" noMove="1" noResize="1" noEditPoints="1" noAdjustHandles="1" noChangeArrowheads="1" noChangeShapeType="1" noTextEdit="1"/>
              </p:cNvSpPr>
              <p:nvPr/>
            </p:nvSpPr>
            <p:spPr>
              <a:xfrm>
                <a:off x="180796" y="5051270"/>
                <a:ext cx="191670" cy="461665"/>
              </a:xfrm>
              <a:prstGeom prst="rect">
                <a:avLst/>
              </a:prstGeom>
              <a:blipFill>
                <a:blip r:embed="rId11"/>
                <a:stretch>
                  <a:fillRect l="-9677" r="-100000"/>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12CA827E-E878-8424-A07D-AE3C3F792B01}"/>
              </a:ext>
            </a:extLst>
          </p:cNvPr>
          <p:cNvSpPr txBox="1"/>
          <p:nvPr/>
        </p:nvSpPr>
        <p:spPr>
          <a:xfrm>
            <a:off x="1194466" y="2904921"/>
            <a:ext cx="3674852" cy="461665"/>
          </a:xfrm>
          <a:prstGeom prst="rect">
            <a:avLst/>
          </a:prstGeom>
          <a:noFill/>
        </p:spPr>
        <p:txBody>
          <a:bodyPr wrap="none" rtlCol="0">
            <a:spAutoFit/>
          </a:bodyPr>
          <a:lstStyle/>
          <a:p>
            <a:r>
              <a:rPr lang="en-US" sz="2400" dirty="0"/>
              <a:t>Total energy of the enzyme</a:t>
            </a:r>
          </a:p>
        </p:txBody>
      </p:sp>
      <p:sp>
        <p:nvSpPr>
          <p:cNvPr id="74" name="TextBox 73">
            <a:extLst>
              <a:ext uri="{FF2B5EF4-FFF2-40B4-BE49-F238E27FC236}">
                <a16:creationId xmlns:a16="http://schemas.microsoft.com/office/drawing/2014/main" id="{7AD17808-474F-6976-5359-216C793D7EEA}"/>
              </a:ext>
            </a:extLst>
          </p:cNvPr>
          <p:cNvSpPr txBox="1"/>
          <p:nvPr/>
        </p:nvSpPr>
        <p:spPr>
          <a:xfrm>
            <a:off x="1281504" y="3667685"/>
            <a:ext cx="2787558" cy="461665"/>
          </a:xfrm>
          <a:prstGeom prst="rect">
            <a:avLst/>
          </a:prstGeom>
          <a:noFill/>
        </p:spPr>
        <p:txBody>
          <a:bodyPr wrap="none" rtlCol="0">
            <a:spAutoFit/>
          </a:bodyPr>
          <a:lstStyle/>
          <a:p>
            <a:r>
              <a:rPr lang="en-US" sz="2400" dirty="0"/>
              <a:t>Enzyme-free energy</a:t>
            </a:r>
          </a:p>
        </p:txBody>
      </p:sp>
      <p:sp>
        <p:nvSpPr>
          <p:cNvPr id="75" name="TextBox 74">
            <a:extLst>
              <a:ext uri="{FF2B5EF4-FFF2-40B4-BE49-F238E27FC236}">
                <a16:creationId xmlns:a16="http://schemas.microsoft.com/office/drawing/2014/main" id="{10710BCE-49D7-CE73-7C4C-D046DFA7A4E0}"/>
              </a:ext>
            </a:extLst>
          </p:cNvPr>
          <p:cNvSpPr txBox="1"/>
          <p:nvPr/>
        </p:nvSpPr>
        <p:spPr>
          <a:xfrm>
            <a:off x="1245881" y="4316897"/>
            <a:ext cx="2863476" cy="461665"/>
          </a:xfrm>
          <a:prstGeom prst="rect">
            <a:avLst/>
          </a:prstGeom>
          <a:noFill/>
        </p:spPr>
        <p:txBody>
          <a:bodyPr wrap="none" rtlCol="0">
            <a:spAutoFit/>
          </a:bodyPr>
          <a:lstStyle/>
          <a:p>
            <a:r>
              <a:rPr lang="en-US" sz="2400" dirty="0"/>
              <a:t>Boltzmann constant</a:t>
            </a:r>
          </a:p>
        </p:txBody>
      </p:sp>
      <p:sp>
        <p:nvSpPr>
          <p:cNvPr id="76" name="TextBox 75">
            <a:extLst>
              <a:ext uri="{FF2B5EF4-FFF2-40B4-BE49-F238E27FC236}">
                <a16:creationId xmlns:a16="http://schemas.microsoft.com/office/drawing/2014/main" id="{37851621-EE64-BC9C-10A4-68D316CB5C8F}"/>
              </a:ext>
            </a:extLst>
          </p:cNvPr>
          <p:cNvSpPr txBox="1"/>
          <p:nvPr/>
        </p:nvSpPr>
        <p:spPr>
          <a:xfrm>
            <a:off x="1251548" y="5063557"/>
            <a:ext cx="3269806" cy="461665"/>
          </a:xfrm>
          <a:prstGeom prst="rect">
            <a:avLst/>
          </a:prstGeom>
          <a:noFill/>
        </p:spPr>
        <p:txBody>
          <a:bodyPr wrap="none" rtlCol="0">
            <a:spAutoFit/>
          </a:bodyPr>
          <a:lstStyle/>
          <a:p>
            <a:r>
              <a:rPr lang="en-US" sz="2400" dirty="0"/>
              <a:t>Temperature of the Cell</a:t>
            </a:r>
          </a:p>
        </p:txBody>
      </p:sp>
      <p:sp>
        <p:nvSpPr>
          <p:cNvPr id="81" name="TextBox 80">
            <a:extLst>
              <a:ext uri="{FF2B5EF4-FFF2-40B4-BE49-F238E27FC236}">
                <a16:creationId xmlns:a16="http://schemas.microsoft.com/office/drawing/2014/main" id="{4EE48F58-5458-5FC3-0F35-3DE10B057BA3}"/>
              </a:ext>
            </a:extLst>
          </p:cNvPr>
          <p:cNvSpPr txBox="1"/>
          <p:nvPr/>
        </p:nvSpPr>
        <p:spPr>
          <a:xfrm>
            <a:off x="0" y="5945688"/>
            <a:ext cx="6108700" cy="954107"/>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a:t>
            </a:r>
            <a:r>
              <a:rPr lang="en-US" sz="1400"/>
              <a:t>on Molecular</a:t>
            </a:r>
            <a:r>
              <a:rPr lang="en-US" sz="1400" dirty="0"/>
              <a:t>, Biological and Multi-Scale Communications 9, 4 (Dec. 2023), 435–446. https://doi.org/10.1109/tmbmc.2023.3327302</a:t>
            </a:r>
          </a:p>
        </p:txBody>
      </p:sp>
    </p:spTree>
    <p:extLst>
      <p:ext uri="{BB962C8B-B14F-4D97-AF65-F5344CB8AC3E}">
        <p14:creationId xmlns:p14="http://schemas.microsoft.com/office/powerpoint/2010/main" val="7600602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86FDA-0916-A5E4-A2DB-FDCBDCC7784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3EA366-B66B-7517-89A7-3318E2525376}"/>
              </a:ext>
            </a:extLst>
          </p:cNvPr>
          <p:cNvSpPr>
            <a:spLocks noGrp="1"/>
          </p:cNvSpPr>
          <p:nvPr>
            <p:ph type="sldNum" sz="quarter" idx="12"/>
          </p:nvPr>
        </p:nvSpPr>
        <p:spPr/>
        <p:txBody>
          <a:bodyPr/>
          <a:lstStyle/>
          <a:p>
            <a:fld id="{250B62C5-2ACF-4D78-8FF3-37371B948607}" type="slidenum">
              <a:rPr lang="en-US" smtClean="0"/>
              <a:t>49</a:t>
            </a:fld>
            <a:endParaRPr lang="en-US" dirty="0"/>
          </a:p>
        </p:txBody>
      </p:sp>
      <p:sp>
        <p:nvSpPr>
          <p:cNvPr id="43" name="Rectangle: Rounded Corners 42">
            <a:extLst>
              <a:ext uri="{FF2B5EF4-FFF2-40B4-BE49-F238E27FC236}">
                <a16:creationId xmlns:a16="http://schemas.microsoft.com/office/drawing/2014/main" id="{54FFC7DB-A5EA-A23E-BD61-39E22670C7FB}"/>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FD10628-66C9-D904-3401-FF6BD4575C5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9C36305-AE8C-1715-E206-BB6CC4E15650}"/>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36A5010F-D9FA-908C-AB62-866325D65FC2}"/>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F7FFFF3A-AED6-E576-7780-3D5D9DEAE096}"/>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23CABB17-59DF-3E29-497A-0D6585BFC9B9}"/>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F56CE00-076A-1C2A-169B-E269DE21FEFF}"/>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DD492981-1B4F-154B-2F9A-FDFEE37404F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DDBD8ED-5FAE-C80E-7139-5BBC3133A025}"/>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39BE3FB1-3008-2FE5-7F57-ED3002C48358}"/>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7BD3BB82-2421-9ECA-3E41-FFBCB6E88E41}"/>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F309272-F6DC-735C-93A4-24FAE8BB2F57}"/>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9709DABF-9CF8-BE8A-39AB-43CCA5A9DE6D}"/>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7CA3258E-ABF8-0E54-5D94-D716117E064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4FF7ABDE-FBD8-8EDD-1593-7B0FD15A55B1}"/>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95B1400A-55FF-80DB-8E76-3C87C927A276}"/>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2953EC0A-49C8-F409-2D1C-3339B371CF73}"/>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E343C40F-6BFC-FD22-C97B-B486031B418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A6771E7B-4F59-DF3A-D61E-432DC761F8BF}"/>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DD1DE0D2-5303-1A66-DF09-88F15431BDE6}"/>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47B227BC-264C-6109-07E2-4878E8A2AC2B}"/>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0E7BA2BA-1B01-7A64-5119-6E05F9209BC8}"/>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xmlns="">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8500DB88-FE51-DD98-92E3-7283DC5265A9}"/>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B6B0C176-6AA8-27A0-A2EE-3F0FEBBB0CDB}"/>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3BCB471D-22CB-80BE-4C0E-1C37C5081B54}"/>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932E11D-E651-4C41-D65F-3B2F628F1F02}"/>
                    </a:ext>
                  </a:extLst>
                </p:cNvPr>
                <p:cNvSpPr txBox="1"/>
                <p:nvPr/>
              </p:nvSpPr>
              <p:spPr>
                <a:xfrm>
                  <a:off x="5397085" y="980692"/>
                  <a:ext cx="5052829" cy="47570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2400" i="1" dirty="0" smtClean="0">
                            <a:latin typeface="Cambria Math" panose="02040503050406030204" pitchFamily="18" charset="0"/>
                          </a:rPr>
                          <m:t>𝐌</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oMath>
                    </m:oMathPara>
                  </a14:m>
                  <a:endParaRPr/>
                </a:p>
              </p:txBody>
            </p:sp>
          </mc:Choice>
          <mc:Fallback xmlns="">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882299D6-FAB8-DF47-A7E1-83D2AC335198}"/>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2376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1FF8BC-C1CD-C854-2065-650DB1A266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AF181D-FA2D-B34D-CDC2-F822EF562840}"/>
              </a:ext>
            </a:extLst>
          </p:cNvPr>
          <p:cNvSpPr>
            <a:spLocks noGrp="1"/>
          </p:cNvSpPr>
          <p:nvPr>
            <p:ph type="sldNum" sz="quarter" idx="12"/>
          </p:nvPr>
        </p:nvSpPr>
        <p:spPr/>
        <p:txBody>
          <a:bodyPr/>
          <a:lstStyle/>
          <a:p>
            <a:fld id="{250B62C5-2ACF-4D78-8FF3-37371B948607}" type="slidenum">
              <a:rPr lang="en-US" smtClean="0"/>
              <a:t>50</a:t>
            </a:fld>
            <a:endParaRPr lang="en-US" dirty="0"/>
          </a:p>
        </p:txBody>
      </p:sp>
      <p:sp>
        <p:nvSpPr>
          <p:cNvPr id="43" name="Rectangle: Rounded Corners 42">
            <a:extLst>
              <a:ext uri="{FF2B5EF4-FFF2-40B4-BE49-F238E27FC236}">
                <a16:creationId xmlns:a16="http://schemas.microsoft.com/office/drawing/2014/main" id="{598CA4A7-89BE-F68E-1C05-D5078D55EA13}"/>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A48F83E-7363-9CCC-F5D3-4DEA8D100B73}"/>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F6BBB922-0BDC-4B85-60C0-2A15CCBCB899}"/>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A586477E-4E52-27F1-28D6-0C5F2112A1EF}"/>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491888F8-24F0-EDDE-F754-4B73E0ECA1A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061B7F1-2925-7478-BD65-C2D2F370B362}"/>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CB9AAF6-7D1B-16B4-7DBF-FA813195BA66}"/>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BD83AB8B-DBF2-20CD-1102-B04A7860CB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30035882-8742-71D3-102E-60D255627154}"/>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DB566FE2-4EB1-68F5-3AEC-3875725231EC}"/>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8EBD3DF-A80F-328A-9B53-604F01FC5903}"/>
                  </a:ext>
                </a:extLst>
              </p:cNvPr>
              <p:cNvSpPr txBox="1"/>
              <p:nvPr/>
            </p:nvSpPr>
            <p:spPr>
              <a:xfrm>
                <a:off x="5123130" y="893318"/>
                <a:ext cx="4998804" cy="7411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𝑚</m:t>
                      </m:r>
                      <m:r>
                        <a:rPr lang="es-ES" sz="2400" i="1" smtClean="0">
                          <a:latin typeface="Cambria Math" panose="02040503050406030204" pitchFamily="18" charset="0"/>
                        </a:rPr>
                        <m:t> </m:t>
                      </m:r>
                      <m:f>
                        <m:fPr>
                          <m:ctrlPr>
                            <a:rPr lang="es-ES" sz="2400" i="1" smtClean="0">
                              <a:latin typeface="Cambria Math" panose="02040503050406030204" pitchFamily="18" charset="0"/>
                            </a:rPr>
                          </m:ctrlPr>
                        </m:fPr>
                        <m:num>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𝑑</m:t>
                              </m:r>
                            </m:e>
                            <m:sup>
                              <m:r>
                                <a:rPr lang="es-ES" sz="2400" i="1" smtClean="0">
                                  <a:latin typeface="Cambria Math" panose="02040503050406030204" pitchFamily="18" charset="0"/>
                                </a:rPr>
                                <m:t>2</m:t>
                              </m:r>
                            </m:sup>
                          </m:sSup>
                          <m:r>
                            <a:rPr lang="es-ES" sz="2400" i="1" smtClean="0">
                              <a:latin typeface="Cambria Math" panose="02040503050406030204" pitchFamily="18" charset="0"/>
                            </a:rPr>
                            <m:t> </m:t>
                          </m:r>
                          <m:r>
                            <a:rPr lang="es-ES" sz="2400" i="1" smtClean="0">
                              <a:latin typeface="Cambria Math" panose="02040503050406030204" pitchFamily="18" charset="0"/>
                            </a:rPr>
                            <m:t>𝑥</m:t>
                          </m:r>
                        </m:num>
                        <m:den>
                          <m:r>
                            <a:rPr lang="es-ES" sz="2400" i="1" smtClean="0">
                              <a:latin typeface="Cambria Math" panose="02040503050406030204" pitchFamily="18" charset="0"/>
                            </a:rPr>
                            <m:t>𝑑</m:t>
                          </m:r>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𝑡</m:t>
                              </m:r>
                            </m:e>
                            <m:sup>
                              <m:r>
                                <a:rPr lang="es-ES" sz="2400" i="1" smtClean="0">
                                  <a:latin typeface="Cambria Math" panose="02040503050406030204" pitchFamily="18" charset="0"/>
                                </a:rPr>
                                <m:t>2</m:t>
                              </m:r>
                            </m:sup>
                          </m:sSup>
                        </m:den>
                      </m:f>
                      <m:r>
                        <a:rPr lang="es-ES" sz="2400" i="1" smtClean="0">
                          <a:latin typeface="Cambria Math" panose="02040503050406030204" pitchFamily="18" charset="0"/>
                        </a:rPr>
                        <m:t>+</m:t>
                      </m:r>
                      <m:acc>
                        <m:accPr>
                          <m:chr m:val="̈"/>
                          <m:ctrlPr>
                            <a:rPr lang="es-ES" sz="2400" i="1" smtClean="0">
                              <a:latin typeface="Cambria Math" panose="02040503050406030204" pitchFamily="18" charset="0"/>
                            </a:rPr>
                          </m:ctrlPr>
                        </m:accPr>
                        <m:e>
                          <m:r>
                            <m:rPr>
                              <m:sty m:val="p"/>
                            </m:rPr>
                            <a:rPr lang="es-ES" sz="2400" i="1" smtClean="0">
                              <a:latin typeface="Cambria Math" panose="02040503050406030204" pitchFamily="18" charset="0"/>
                            </a:rPr>
                            <m:t>β</m:t>
                          </m:r>
                        </m:e>
                      </m:acc>
                      <m:f>
                        <m:fPr>
                          <m:ctrlPr>
                            <a:rPr lang="es-ES" sz="2400" i="1" smtClean="0">
                              <a:latin typeface="Cambria Math" panose="02040503050406030204" pitchFamily="18" charset="0"/>
                            </a:rPr>
                          </m:ctrlPr>
                        </m:fPr>
                        <m:num>
                          <m:r>
                            <a:rPr lang="es-ES" sz="2400" i="1" smtClean="0">
                              <a:latin typeface="Cambria Math" panose="02040503050406030204" pitchFamily="18" charset="0"/>
                            </a:rPr>
                            <m:t>𝑑𝑥</m:t>
                          </m:r>
                        </m:num>
                        <m:den>
                          <m:r>
                            <a:rPr lang="es-ES" sz="2400" i="1" smtClean="0">
                              <a:latin typeface="Cambria Math" panose="02040503050406030204" pitchFamily="18" charset="0"/>
                            </a:rPr>
                            <m:t>𝑑𝑡</m:t>
                          </m:r>
                        </m:den>
                      </m:f>
                      <m:r>
                        <a:rPr lang="es-ES" sz="2400" i="1" smtClean="0">
                          <a:latin typeface="Cambria Math" panose="02040503050406030204" pitchFamily="18" charset="0"/>
                        </a:rPr>
                        <m:t>+</m:t>
                      </m:r>
                      <m:r>
                        <a:rPr lang="es-ES" sz="2400" i="1" smtClean="0">
                          <a:latin typeface="Cambria Math" panose="02040503050406030204" pitchFamily="18" charset="0"/>
                        </a:rPr>
                        <m:t>𝑘𝑥</m:t>
                      </m:r>
                      <m:d>
                        <m:dPr>
                          <m:ctrlPr>
                            <a:rPr lang="es-ES" sz="2400" i="1" smtClean="0">
                              <a:latin typeface="Cambria Math" panose="02040503050406030204" pitchFamily="18" charset="0"/>
                            </a:rPr>
                          </m:ctrlPr>
                        </m:dPr>
                        <m:e>
                          <m:r>
                            <a:rPr lang="es-ES" sz="2400" i="1" smtClean="0">
                              <a:latin typeface="Cambria Math" panose="02040503050406030204" pitchFamily="18" charset="0"/>
                            </a:rPr>
                            <m:t>𝑡</m:t>
                          </m:r>
                        </m:e>
                      </m:d>
                      <m:r>
                        <a:rPr lang="es-ES" sz="240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smtClean="0">
                              <a:solidFill>
                                <a:srgbClr val="C00000"/>
                              </a:solidFill>
                              <a:latin typeface="Cambria Math" panose="02040503050406030204" pitchFamily="18" charset="0"/>
                            </a:rPr>
                            <m:t>𝑓</m:t>
                          </m:r>
                        </m:e>
                        <m:sub>
                          <m:r>
                            <a:rPr lang="es-ES" sz="2400" i="1" smtClean="0">
                              <a:solidFill>
                                <a:srgbClr val="C00000"/>
                              </a:solidFill>
                              <a:latin typeface="Cambria Math" panose="02040503050406030204" pitchFamily="18" charset="0"/>
                            </a:rPr>
                            <m:t>𝑒𝑥</m:t>
                          </m:r>
                        </m:sub>
                      </m:sSub>
                      <m:d>
                        <m:dPr>
                          <m:ctrlPr>
                            <a:rPr lang="es-ES" sz="2400" i="1" smtClean="0">
                              <a:solidFill>
                                <a:srgbClr val="C00000"/>
                              </a:solidFill>
                              <a:latin typeface="Cambria Math" panose="02040503050406030204" pitchFamily="18" charset="0"/>
                            </a:rPr>
                          </m:ctrlPr>
                        </m:dPr>
                        <m:e>
                          <m:r>
                            <a:rPr lang="de-DE" sz="2400" b="0" i="1" smtClean="0">
                              <a:solidFill>
                                <a:srgbClr val="C00000"/>
                              </a:solidFill>
                              <a:latin typeface="Cambria Math" panose="02040503050406030204" pitchFamily="18" charset="0"/>
                            </a:rPr>
                            <m:t>(</m:t>
                          </m:r>
                          <m:r>
                            <a:rPr lang="de-DE" sz="2400" b="0" i="1" smtClean="0">
                              <a:solidFill>
                                <a:srgbClr val="C00000"/>
                              </a:solidFill>
                              <a:latin typeface="Cambria Math" panose="02040503050406030204" pitchFamily="18" charset="0"/>
                            </a:rPr>
                            <m:t>𝑡</m:t>
                          </m:r>
                          <m:r>
                            <a:rPr lang="de-DE" sz="2400" b="0" i="1" smtClean="0">
                              <a:solidFill>
                                <a:srgbClr val="C00000"/>
                              </a:solidFill>
                              <a:latin typeface="Cambria Math" panose="02040503050406030204" pitchFamily="18" charset="0"/>
                            </a:rPr>
                            <m:t>)</m:t>
                          </m:r>
                        </m:e>
                      </m:d>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es-ES" sz="2400" i="1" smtClean="0">
                              <a:latin typeface="Cambria Math" panose="02040503050406030204" pitchFamily="18" charset="0"/>
                            </a:rPr>
                            <m:t>𝑓</m:t>
                          </m:r>
                        </m:e>
                        <m:sub>
                          <m:r>
                            <m:rPr>
                              <m:sty m:val="p"/>
                            </m:rPr>
                            <a:rPr lang="es-ES" sz="2400" i="1" smtClean="0">
                              <a:latin typeface="Cambria Math" panose="02040503050406030204" pitchFamily="18" charset="0"/>
                            </a:rPr>
                            <m:t>ζ</m:t>
                          </m:r>
                        </m:sub>
                      </m:sSub>
                      <m:d>
                        <m:dPr>
                          <m:ctrlPr>
                            <a:rPr lang="es-ES" sz="2400" i="1" smtClean="0">
                              <a:latin typeface="Cambria Math" panose="02040503050406030204" pitchFamily="18" charset="0"/>
                            </a:rPr>
                          </m:ctrlPr>
                        </m:dPr>
                        <m:e>
                          <m:r>
                            <a:rPr lang="de-DE" sz="2400" b="0" i="1" smtClean="0">
                              <a:latin typeface="Cambria Math" panose="02040503050406030204" pitchFamily="18" charset="0"/>
                            </a:rPr>
                            <m:t>(</m:t>
                          </m:r>
                          <m:r>
                            <a:rPr lang="es-ES" sz="2400" i="1" smtClean="0">
                              <a:latin typeface="Cambria Math" panose="02040503050406030204" pitchFamily="18" charset="0"/>
                            </a:rPr>
                            <m:t>𝑡</m:t>
                          </m:r>
                          <m:r>
                            <a:rPr lang="de-DE" sz="2400" b="0" i="1" smtClean="0">
                              <a:latin typeface="Cambria Math" panose="02040503050406030204" pitchFamily="18" charset="0"/>
                            </a:rPr>
                            <m:t>)</m:t>
                          </m:r>
                        </m:e>
                      </m:d>
                      <m:r>
                        <m:rPr>
                          <m:nor/>
                        </m:rPr>
                        <a:rPr lang="es-ES" sz="2400" smtClean="0">
                          <a:latin typeface="Cambria Math" panose="02040503050406030204" pitchFamily="18" charset="0"/>
                        </a:rPr>
                        <m:t>,</m:t>
                      </m:r>
                    </m:oMath>
                  </m:oMathPara>
                </a14:m>
                <a:endParaRPr lang="en-US" dirty="0"/>
              </a:p>
            </p:txBody>
          </p:sp>
        </mc:Choice>
        <mc:Fallback xmlns="">
          <p:sp>
            <p:nvSpPr>
              <p:cNvPr id="93" name="TextBox 92">
                <a:extLst>
                  <a:ext uri="{FF2B5EF4-FFF2-40B4-BE49-F238E27FC236}">
                    <a16:creationId xmlns:a16="http://schemas.microsoft.com/office/drawing/2014/main" id="{58EBD3DF-A80F-328A-9B53-604F01FC5903}"/>
                  </a:ext>
                </a:extLst>
              </p:cNvPr>
              <p:cNvSpPr txBox="1">
                <a:spLocks noRot="1" noChangeAspect="1" noMove="1" noResize="1" noEditPoints="1" noAdjustHandles="1" noChangeArrowheads="1" noChangeShapeType="1" noTextEdit="1"/>
              </p:cNvSpPr>
              <p:nvPr/>
            </p:nvSpPr>
            <p:spPr>
              <a:xfrm>
                <a:off x="5123130" y="893318"/>
                <a:ext cx="4998804" cy="741100"/>
              </a:xfrm>
              <a:prstGeom prst="rect">
                <a:avLst/>
              </a:prstGeom>
              <a:blipFill>
                <a:blip r:embed="rId5"/>
                <a:stretch>
                  <a:fillRect/>
                </a:stretch>
              </a:blipFill>
            </p:spPr>
            <p:txBody>
              <a:bodyPr/>
              <a:lstStyle/>
              <a:p>
                <a:r>
                  <a:rPr lang="en-US">
                    <a:noFill/>
                  </a:rPr>
                  <a:t> </a:t>
                </a:r>
              </a:p>
            </p:txBody>
          </p:sp>
        </mc:Fallback>
      </mc:AlternateContent>
      <p:sp>
        <p:nvSpPr>
          <p:cNvPr id="95" name="TextBox 94">
            <a:extLst>
              <a:ext uri="{FF2B5EF4-FFF2-40B4-BE49-F238E27FC236}">
                <a16:creationId xmlns:a16="http://schemas.microsoft.com/office/drawing/2014/main" id="{F6B34A41-04B6-B608-4115-39D28DD0F98C}"/>
              </a:ext>
            </a:extLst>
          </p:cNvPr>
          <p:cNvSpPr txBox="1"/>
          <p:nvPr/>
        </p:nvSpPr>
        <p:spPr>
          <a:xfrm>
            <a:off x="5314517" y="27213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grpSp>
        <p:nvGrpSpPr>
          <p:cNvPr id="103" name="Group 102">
            <a:extLst>
              <a:ext uri="{FF2B5EF4-FFF2-40B4-BE49-F238E27FC236}">
                <a16:creationId xmlns:a16="http://schemas.microsoft.com/office/drawing/2014/main" id="{40F17756-5090-B06A-9D47-471409C4FBE2}"/>
              </a:ext>
            </a:extLst>
          </p:cNvPr>
          <p:cNvGrpSpPr/>
          <p:nvPr/>
        </p:nvGrpSpPr>
        <p:grpSpPr>
          <a:xfrm>
            <a:off x="2606297" y="1263868"/>
            <a:ext cx="2516833" cy="3048495"/>
            <a:chOff x="2720597" y="1245473"/>
            <a:chExt cx="2924342" cy="3745976"/>
          </a:xfrm>
        </p:grpSpPr>
        <p:pic>
          <p:nvPicPr>
            <p:cNvPr id="90" name="Picture 89">
              <a:extLst>
                <a:ext uri="{FF2B5EF4-FFF2-40B4-BE49-F238E27FC236}">
                  <a16:creationId xmlns:a16="http://schemas.microsoft.com/office/drawing/2014/main" id="{5AF9484B-7614-E0A0-C45B-ED9B0611DE59}"/>
                </a:ext>
              </a:extLst>
            </p:cNvPr>
            <p:cNvPicPr>
              <a:picLocks noChangeAspect="1"/>
            </p:cNvPicPr>
            <p:nvPr/>
          </p:nvPicPr>
          <p:blipFill>
            <a:blip r:embed="rId6"/>
            <a:srcRect t="6852" b="5399"/>
            <a:stretch>
              <a:fillRect/>
            </a:stretch>
          </p:blipFill>
          <p:spPr>
            <a:xfrm>
              <a:off x="2720597" y="1344264"/>
              <a:ext cx="2770935" cy="3647185"/>
            </a:xfrm>
            <a:prstGeom prst="rect">
              <a:avLst/>
            </a:prstGeom>
          </p:spPr>
        </p:pic>
        <p:sp>
          <p:nvSpPr>
            <p:cNvPr id="94" name="Oval 93">
              <a:extLst>
                <a:ext uri="{FF2B5EF4-FFF2-40B4-BE49-F238E27FC236}">
                  <a16:creationId xmlns:a16="http://schemas.microsoft.com/office/drawing/2014/main" id="{056D88D0-EB97-B856-0774-C6FC5DE86B82}"/>
                </a:ext>
              </a:extLst>
            </p:cNvPr>
            <p:cNvSpPr/>
            <p:nvPr/>
          </p:nvSpPr>
          <p:spPr>
            <a:xfrm rot="20516196">
              <a:off x="4820643" y="1981218"/>
              <a:ext cx="528304" cy="705052"/>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898FC0A8-2621-813A-243F-1E569E2F4AC3}"/>
                </a:ext>
              </a:extLst>
            </p:cNvPr>
            <p:cNvCxnSpPr>
              <a:cxnSpLocks/>
              <a:stCxn id="94" idx="7"/>
              <a:endCxn id="93" idx="1"/>
            </p:cNvCxnSpPr>
            <p:nvPr/>
          </p:nvCxnSpPr>
          <p:spPr>
            <a:xfrm flipV="1">
              <a:off x="5189288" y="1245473"/>
              <a:ext cx="455651" cy="79003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0F464A77-F20D-BCBB-4CDF-2CD27BEBE6FD}"/>
                  </a:ext>
                </a:extLst>
              </p:cNvPr>
              <p:cNvSpPr txBox="1"/>
              <p:nvPr/>
            </p:nvSpPr>
            <p:spPr>
              <a:xfrm>
                <a:off x="5778500" y="2317065"/>
                <a:ext cx="32921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a:rPr lang="es-ES" sz="2400" i="1">
                              <a:latin typeface="Cambria Math" panose="02040503050406030204" pitchFamily="18" charset="0"/>
                            </a:rPr>
                            <m:t>𝑒𝑥</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0F464A77-F20D-BCBB-4CDF-2CD27BEBE6FD}"/>
                  </a:ext>
                </a:extLst>
              </p:cNvPr>
              <p:cNvSpPr txBox="1">
                <a:spLocks noRot="1" noChangeAspect="1" noMove="1" noResize="1" noEditPoints="1" noAdjustHandles="1" noChangeArrowheads="1" noChangeShapeType="1" noTextEdit="1"/>
              </p:cNvSpPr>
              <p:nvPr/>
            </p:nvSpPr>
            <p:spPr>
              <a:xfrm>
                <a:off x="5778500" y="2317065"/>
                <a:ext cx="3292183" cy="369332"/>
              </a:xfrm>
              <a:prstGeom prst="rect">
                <a:avLst/>
              </a:prstGeom>
              <a:blipFill>
                <a:blip r:embed="rId7"/>
                <a:stretch>
                  <a:fillRect l="-2963"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4C6BA02-5FA4-8B12-A2D4-B4383BE99751}"/>
                  </a:ext>
                </a:extLst>
              </p:cNvPr>
              <p:cNvSpPr txBox="1"/>
              <p:nvPr/>
            </p:nvSpPr>
            <p:spPr>
              <a:xfrm>
                <a:off x="5707803" y="310063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a:p>
            </p:txBody>
          </p:sp>
        </mc:Choice>
        <mc:Fallback xmlns="">
          <p:sp>
            <p:nvSpPr>
              <p:cNvPr id="102" name="TextBox 101">
                <a:extLst>
                  <a:ext uri="{FF2B5EF4-FFF2-40B4-BE49-F238E27FC236}">
                    <a16:creationId xmlns:a16="http://schemas.microsoft.com/office/drawing/2014/main" id="{A4C6BA02-5FA4-8B12-A2D4-B4383BE99751}"/>
                  </a:ext>
                </a:extLst>
              </p:cNvPr>
              <p:cNvSpPr txBox="1">
                <a:spLocks noRot="1" noChangeAspect="1" noMove="1" noResize="1" noEditPoints="1" noAdjustHandles="1" noChangeArrowheads="1" noChangeShapeType="1" noTextEdit="1"/>
              </p:cNvSpPr>
              <p:nvPr/>
            </p:nvSpPr>
            <p:spPr>
              <a:xfrm>
                <a:off x="5707803" y="3100639"/>
                <a:ext cx="3880359" cy="461665"/>
              </a:xfrm>
              <a:prstGeom prst="rect">
                <a:avLst/>
              </a:prstGeom>
              <a:blipFill>
                <a:blip r:embed="rId8"/>
                <a:stretch>
                  <a:fillRect l="-942" t="-10667" r="-3925" b="-3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343DF65D-CA51-3CFB-4C74-4746DA3AF1A8}"/>
                  </a:ext>
                </a:extLst>
              </p:cNvPr>
              <p:cNvSpPr txBox="1"/>
              <p:nvPr/>
            </p:nvSpPr>
            <p:spPr>
              <a:xfrm>
                <a:off x="5707803" y="3951955"/>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343DF65D-CA51-3CFB-4C74-4746DA3AF1A8}"/>
                  </a:ext>
                </a:extLst>
              </p:cNvPr>
              <p:cNvSpPr txBox="1">
                <a:spLocks noRot="1" noChangeAspect="1" noMove="1" noResize="1" noEditPoints="1" noAdjustHandles="1" noChangeArrowheads="1" noChangeShapeType="1" noTextEdit="1"/>
              </p:cNvSpPr>
              <p:nvPr/>
            </p:nvSpPr>
            <p:spPr>
              <a:xfrm>
                <a:off x="5707803" y="3951955"/>
                <a:ext cx="3532698" cy="95301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EE96279-8C05-7E13-BE93-8CAACCA102CE}"/>
                  </a:ext>
                </a:extLst>
              </p:cNvPr>
              <p:cNvSpPr txBox="1"/>
              <p:nvPr/>
            </p:nvSpPr>
            <p:spPr>
              <a:xfrm>
                <a:off x="4738858" y="5732731"/>
                <a:ext cx="6691319"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r>
                        <a:rPr lang="es-ES" sz="2400" i="1" smtClean="0">
                          <a:latin typeface="Cambria Math" panose="02040503050406030204" pitchFamily="18" charset="0"/>
                        </a:rPr>
                        <m:t>𝐸</m:t>
                      </m:r>
                      <m:r>
                        <a:rPr lang="es-ES" sz="2400" i="1" smtClean="0">
                          <a:latin typeface="Cambria Math" panose="02040503050406030204" pitchFamily="18" charset="0"/>
                        </a:rPr>
                        <m:t>_</m:t>
                      </m:r>
                      <m:r>
                        <a:rPr lang="es-ES" sz="2400" i="1" smtClean="0">
                          <a:latin typeface="Cambria Math" panose="02040503050406030204" pitchFamily="18" charset="0"/>
                        </a:rPr>
                        <m:t>𝑡𝑜𝑡</m:t>
                      </m:r>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0EE96279-8C05-7E13-BE93-8CAACCA102CE}"/>
                  </a:ext>
                </a:extLst>
              </p:cNvPr>
              <p:cNvSpPr txBox="1">
                <a:spLocks noRot="1" noChangeAspect="1" noMove="1" noResize="1" noEditPoints="1" noAdjustHandles="1" noChangeArrowheads="1" noChangeShapeType="1" noTextEdit="1"/>
              </p:cNvSpPr>
              <p:nvPr/>
            </p:nvSpPr>
            <p:spPr>
              <a:xfrm>
                <a:off x="4738858" y="5732731"/>
                <a:ext cx="6691319" cy="708143"/>
              </a:xfrm>
              <a:prstGeom prst="rect">
                <a:avLst/>
              </a:prstGeom>
              <a:blipFill>
                <a:blip r:embed="rId10"/>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106E54A6-DABD-CD77-9D96-FE90EA0443C6}"/>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08" name="TextBox 107">
            <a:extLst>
              <a:ext uri="{FF2B5EF4-FFF2-40B4-BE49-F238E27FC236}">
                <a16:creationId xmlns:a16="http://schemas.microsoft.com/office/drawing/2014/main" id="{F4AAF3DF-518F-F675-E8AF-AFCACD4F868E}"/>
              </a:ext>
            </a:extLst>
          </p:cNvPr>
          <p:cNvSpPr txBox="1"/>
          <p:nvPr/>
        </p:nvSpPr>
        <p:spPr>
          <a:xfrm>
            <a:off x="10159486" y="1113632"/>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82A0EB9C-5F23-D261-95F3-66FDD456534A}"/>
              </a:ext>
            </a:extLst>
          </p:cNvPr>
          <p:cNvSpPr txBox="1"/>
          <p:nvPr/>
        </p:nvSpPr>
        <p:spPr>
          <a:xfrm>
            <a:off x="9304267" y="2293353"/>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75A6721B-8CD7-4CB1-98BE-3CFEF1995CC7}"/>
              </a:ext>
            </a:extLst>
          </p:cNvPr>
          <p:cNvSpPr txBox="1"/>
          <p:nvPr/>
        </p:nvSpPr>
        <p:spPr>
          <a:xfrm>
            <a:off x="9650330" y="3142393"/>
            <a:ext cx="471604" cy="400110"/>
          </a:xfrm>
          <a:prstGeom prst="rect">
            <a:avLst/>
          </a:prstGeom>
          <a:noFill/>
        </p:spPr>
        <p:txBody>
          <a:bodyPr wrap="none" rtlCol="0">
            <a:spAutoFit/>
          </a:bodyPr>
          <a:lstStyle/>
          <a:p>
            <a:r>
              <a:rPr lang="en-US" sz="2000" dirty="0"/>
              <a:t>(3)</a:t>
            </a:r>
          </a:p>
        </p:txBody>
      </p:sp>
      <p:sp>
        <p:nvSpPr>
          <p:cNvPr id="111" name="TextBox 110">
            <a:extLst>
              <a:ext uri="{FF2B5EF4-FFF2-40B4-BE49-F238E27FC236}">
                <a16:creationId xmlns:a16="http://schemas.microsoft.com/office/drawing/2014/main" id="{6AC651CE-AC41-0B0B-D99E-6F18D72F83A1}"/>
              </a:ext>
            </a:extLst>
          </p:cNvPr>
          <p:cNvSpPr txBox="1"/>
          <p:nvPr/>
        </p:nvSpPr>
        <p:spPr>
          <a:xfrm>
            <a:off x="9304267" y="4059633"/>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310C12A9-4A32-22B7-40F0-481B1A25F0C4}"/>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spTree>
    <p:extLst>
      <p:ext uri="{BB962C8B-B14F-4D97-AF65-F5344CB8AC3E}">
        <p14:creationId xmlns:p14="http://schemas.microsoft.com/office/powerpoint/2010/main" val="22053923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5696-C200-F591-E354-9AA6D317060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B126C6-6FB5-BB64-9B0A-242C2DDE63B0}"/>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51</a:t>
            </a:fld>
            <a:endParaRPr lang="en-US"/>
          </a:p>
        </p:txBody>
      </p:sp>
      <p:sp>
        <p:nvSpPr>
          <p:cNvPr id="43" name="Rectangle: Rounded Corners 42">
            <a:extLst>
              <a:ext uri="{FF2B5EF4-FFF2-40B4-BE49-F238E27FC236}">
                <a16:creationId xmlns:a16="http://schemas.microsoft.com/office/drawing/2014/main" id="{4481048B-61B2-18A4-8231-83CE7854F033}"/>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439E2BF3-5107-7AC0-57D4-6C6ECF713105}"/>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E0C918E-3976-7171-694A-31FF318B392D}"/>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C379FDDC-79EA-EE93-636A-FD7519C5957D}"/>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5EA55E76-7604-D936-738A-25948020EA11}"/>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6DDC0C7-2D88-B150-6DFC-8B552959ADAA}"/>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770DC166-A6B3-B490-5893-366209A9CFA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1CB88897-ABA3-7B61-BA17-D742BF96FE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435DC2B6-052C-9990-053A-26C25C576E0B}"/>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1860B38-E3BB-2172-8FC9-3EB65A8FF6D5}"/>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B18DA9FF-DA64-1ECC-0D97-B07C1818F4B3}"/>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B3B6F07A-C03E-BE72-E815-31906B1DDB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F14283D7-C2EA-2982-3445-D2A4D1E0C184}"/>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3433352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xmlns="">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xmlns="">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6932</Words>
  <Application>Microsoft Office PowerPoint</Application>
  <PresentationFormat>Widescreen</PresentationFormat>
  <Paragraphs>2116</Paragraphs>
  <Slides>67</Slides>
  <Notes>52</Notes>
  <HiddenSlides>24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67</vt:i4>
      </vt:variant>
    </vt:vector>
  </HeadingPairs>
  <TitlesOfParts>
    <vt:vector size="75" baseType="lpstr">
      <vt:lpstr>Aptos</vt:lpstr>
      <vt:lpstr>Aptos Display</vt:lpstr>
      <vt:lpstr>Arial</vt:lpstr>
      <vt:lpstr>Cambria Math</vt:lpstr>
      <vt:lpstr>Lato</vt:lpstr>
      <vt:lpstr>Menlo</vt:lpstr>
      <vt:lpstr>NimbusRomNo9L-Regu</vt:lpstr>
      <vt:lpstr>Office Theme</vt:lpstr>
      <vt:lpstr>Associating Metabolic reactions and AI machines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Concept</vt:lpstr>
      <vt:lpstr>PowerPoint Presentation</vt:lpstr>
      <vt:lpstr>PowerPoint Presentation</vt:lpstr>
      <vt:lpstr>PowerPoint Presentation</vt:lpstr>
      <vt:lpstr>PowerPoint Presentation</vt:lpstr>
      <vt:lpstr>PowerPoint Presentation</vt:lpstr>
      <vt:lpstr>PowerPoint Presentation</vt:lpstr>
      <vt:lpstr>Stoichiometric matrix</vt:lpstr>
      <vt:lpstr>Mapping a 2-neuron NN</vt:lpstr>
      <vt:lpstr>Mapping a 2-neuron NN</vt:lpstr>
      <vt:lpstr>Mapping a 2-neuron NN</vt:lpstr>
      <vt:lpstr>Mapping a 2-neuron NN</vt:lpstr>
      <vt:lpstr>Solutions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57</cp:revision>
  <dcterms:created xsi:type="dcterms:W3CDTF">2025-12-24T00:00:45Z</dcterms:created>
  <dcterms:modified xsi:type="dcterms:W3CDTF">2026-07-04T11:38:58Z</dcterms:modified>
</cp:coreProperties>
</file>