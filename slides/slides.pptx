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ink/ink507.xml" ContentType="application/inkml+xml"/>
  <Override PartName="/ppt/ink/ink508.xml" ContentType="application/inkml+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3" r:id="rId29"/>
    <p:sldId id="1892" r:id="rId30"/>
    <p:sldId id="1895" r:id="rId31"/>
    <p:sldId id="1894" r:id="rId32"/>
    <p:sldId id="1896" r:id="rId33"/>
    <p:sldId id="1897" r:id="rId34"/>
    <p:sldId id="1900" r:id="rId35"/>
    <p:sldId id="1901" r:id="rId36"/>
    <p:sldId id="1898" r:id="rId37"/>
    <p:sldId id="1899" r:id="rId38"/>
    <p:sldId id="1887" r:id="rId39"/>
    <p:sldId id="1883" r:id="rId40"/>
    <p:sldId id="1884" r:id="rId41"/>
    <p:sldId id="1885" r:id="rId42"/>
    <p:sldId id="1886" r:id="rId43"/>
    <p:sldId id="1875" r:id="rId44"/>
    <p:sldId id="1876" r:id="rId45"/>
    <p:sldId id="1877" r:id="rId46"/>
    <p:sldId id="1878" r:id="rId47"/>
    <p:sldId id="257" r:id="rId48"/>
    <p:sldId id="273" r:id="rId49"/>
    <p:sldId id="274" r:id="rId50"/>
    <p:sldId id="275" r:id="rId51"/>
    <p:sldId id="1846" r:id="rId52"/>
    <p:sldId id="265" r:id="rId53"/>
    <p:sldId id="266" r:id="rId54"/>
    <p:sldId id="267" r:id="rId55"/>
    <p:sldId id="264" r:id="rId56"/>
    <p:sldId id="268" r:id="rId57"/>
    <p:sldId id="269" r:id="rId58"/>
    <p:sldId id="272" r:id="rId59"/>
    <p:sldId id="260" r:id="rId60"/>
    <p:sldId id="261" r:id="rId61"/>
    <p:sldId id="263" r:id="rId62"/>
    <p:sldId id="259" r:id="rId63"/>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101" d="100"/>
          <a:sy n="101" d="100"/>
        </p:scale>
        <p:origin x="1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7796-7293-C5EB-4106-D0CF9BC8F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A48FF8-0852-7B67-3BD3-3A922E0F2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46CFB-36EE-5027-4221-FCCF6A5E353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6FCB976-BBB4-225A-C8A1-6EE3B0BA56A5}"/>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3142767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D27-8DFC-8E73-5AEF-84AFD3C75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838C-5F22-C197-34F0-0060C95B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7C0AE-0F44-CE31-B728-2C3625A7226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ABC47A8-A1A0-F8AD-AEBE-B1021F03B49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18699923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61</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62</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1939/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2004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49.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2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250.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3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J4TZI4/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51.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3.xml"/><Relationship Id="rId16" Type="http://schemas.openxmlformats.org/officeDocument/2006/relationships/image" Target="../media/image264.png"/><Relationship Id="rId20" Type="http://schemas.openxmlformats.org/officeDocument/2006/relationships/image" Target="../media/image268.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28" Type="http://schemas.openxmlformats.org/officeDocument/2006/relationships/image" Target="../media/image276.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4.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5.xml.rels><?xml version="1.0" encoding="UTF-8" standalone="yes"?>
<Relationships xmlns="http://schemas.openxmlformats.org/package/2006/relationships"><Relationship Id="rId8" Type="http://schemas.openxmlformats.org/officeDocument/2006/relationships/image" Target="../media/image257.png"/><Relationship Id="rId13" Type="http://schemas.openxmlformats.org/officeDocument/2006/relationships/image" Target="../media/image262.png"/><Relationship Id="rId18" Type="http://schemas.openxmlformats.org/officeDocument/2006/relationships/image" Target="../media/image267.png"/><Relationship Id="rId26" Type="http://schemas.openxmlformats.org/officeDocument/2006/relationships/image" Target="../media/image275.png"/><Relationship Id="rId3" Type="http://schemas.openxmlformats.org/officeDocument/2006/relationships/image" Target="../media/image252.png"/><Relationship Id="rId21" Type="http://schemas.openxmlformats.org/officeDocument/2006/relationships/image" Target="../media/image270.png"/><Relationship Id="rId7" Type="http://schemas.openxmlformats.org/officeDocument/2006/relationships/image" Target="../media/image256.png"/><Relationship Id="rId12" Type="http://schemas.openxmlformats.org/officeDocument/2006/relationships/image" Target="../media/image261.png"/><Relationship Id="rId17" Type="http://schemas.openxmlformats.org/officeDocument/2006/relationships/image" Target="../media/image266.png"/><Relationship Id="rId25" Type="http://schemas.openxmlformats.org/officeDocument/2006/relationships/image" Target="../media/image274.png"/><Relationship Id="rId2" Type="http://schemas.openxmlformats.org/officeDocument/2006/relationships/notesSlide" Target="../notesSlides/notesSlide25.xml"/><Relationship Id="rId16" Type="http://schemas.openxmlformats.org/officeDocument/2006/relationships/image" Target="../media/image265.png"/><Relationship Id="rId20" Type="http://schemas.openxmlformats.org/officeDocument/2006/relationships/image" Target="../media/image269.png"/><Relationship Id="rId1" Type="http://schemas.openxmlformats.org/officeDocument/2006/relationships/slideLayout" Target="../slideLayouts/slideLayout2.xml"/><Relationship Id="rId6" Type="http://schemas.openxmlformats.org/officeDocument/2006/relationships/image" Target="../media/image255.png"/><Relationship Id="rId11" Type="http://schemas.openxmlformats.org/officeDocument/2006/relationships/image" Target="../media/image260.png"/><Relationship Id="rId24" Type="http://schemas.openxmlformats.org/officeDocument/2006/relationships/image" Target="../media/image273.png"/><Relationship Id="rId5" Type="http://schemas.openxmlformats.org/officeDocument/2006/relationships/image" Target="../media/image254.png"/><Relationship Id="rId15" Type="http://schemas.openxmlformats.org/officeDocument/2006/relationships/image" Target="../media/image264.png"/><Relationship Id="rId23" Type="http://schemas.openxmlformats.org/officeDocument/2006/relationships/image" Target="../media/image272.png"/><Relationship Id="rId10" Type="http://schemas.openxmlformats.org/officeDocument/2006/relationships/image" Target="../media/image259.png"/><Relationship Id="rId19" Type="http://schemas.openxmlformats.org/officeDocument/2006/relationships/image" Target="../media/image268.png"/><Relationship Id="rId4" Type="http://schemas.openxmlformats.org/officeDocument/2006/relationships/image" Target="../media/image253.png"/><Relationship Id="rId9" Type="http://schemas.openxmlformats.org/officeDocument/2006/relationships/image" Target="../media/image258.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76.png"/></Relationships>
</file>

<file path=ppt/slides/_rels/slide36.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26.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7.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77.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7.xml"/><Relationship Id="rId16" Type="http://schemas.openxmlformats.org/officeDocument/2006/relationships/image" Target="../media/image264.png"/><Relationship Id="rId20" Type="http://schemas.openxmlformats.org/officeDocument/2006/relationships/image" Target="../media/image268.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28" Type="http://schemas.openxmlformats.org/officeDocument/2006/relationships/image" Target="../media/image276.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8.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28.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9.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9.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8.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0.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0.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9.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1.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4.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80.jpeg"/><Relationship Id="rId7" Type="http://schemas.openxmlformats.org/officeDocument/2006/relationships/image" Target="../media/image181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81.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5.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80.jpeg"/><Relationship Id="rId7" Type="http://schemas.openxmlformats.org/officeDocument/2006/relationships/image" Target="../media/image186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281.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6.xml.rels><?xml version="1.0" encoding="UTF-8" standalone="yes"?>
<Relationships xmlns="http://schemas.openxmlformats.org/package/2006/relationships"><Relationship Id="rId3" Type="http://schemas.openxmlformats.org/officeDocument/2006/relationships/image" Target="../media/image280.jpeg"/><Relationship Id="rId7" Type="http://schemas.openxmlformats.org/officeDocument/2006/relationships/image" Target="../media/image28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83.png"/><Relationship Id="rId5" Type="http://schemas.openxmlformats.org/officeDocument/2006/relationships/image" Target="../media/image282.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7.xml.rels><?xml version="1.0" encoding="UTF-8" standalone="yes"?>
<Relationships xmlns="http://schemas.openxmlformats.org/package/2006/relationships"><Relationship Id="rId8" Type="http://schemas.openxmlformats.org/officeDocument/2006/relationships/image" Target="../media/image285.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48.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6.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49.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87.png"/><Relationship Id="rId4" Type="http://schemas.openxmlformats.org/officeDocument/2006/relationships/image" Target="../media/image452.png"/><Relationship Id="rId9" Type="http://schemas.openxmlformats.org/officeDocument/2006/relationships/image" Target="../media/image286.png"/></Relationships>
</file>

<file path=ppt/slides/_rels/slide50.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38.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51.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88.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89.svg"/></Relationships>
</file>

<file path=ppt/slides/_rels/slide52.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40.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3.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41.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png"/></Relationships>
</file>

<file path=ppt/slides/_rels/slide54.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90.png"/></Relationships>
</file>

<file path=ppt/slides/_rels/slide55.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3.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56.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91.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92.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58.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91.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5.xml"/><Relationship Id="rId16" Type="http://schemas.openxmlformats.org/officeDocument/2006/relationships/image" Target="../media/image293.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9.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95.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94.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94.png"/><Relationship Id="rId14" Type="http://schemas.openxmlformats.org/officeDocument/2006/relationships/image" Target="../media/image296.png"/></Relationships>
</file>

<file path=ppt/slides/_rels/slide60.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98.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99.png"/><Relationship Id="rId17" Type="http://schemas.openxmlformats.org/officeDocument/2006/relationships/image" Target="../media/image302.png"/><Relationship Id="rId2" Type="http://schemas.openxmlformats.org/officeDocument/2006/relationships/image" Target="../media/image297.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00.png"/><Relationship Id="rId10" Type="http://schemas.openxmlformats.org/officeDocument/2006/relationships/image" Target="../media/image730.png"/><Relationship Id="rId19" Type="http://schemas.openxmlformats.org/officeDocument/2006/relationships/image" Target="../media/image303.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61.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04.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6.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62.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05.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299.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64801356"/>
              </p:ext>
            </p:extLst>
          </p:nvPr>
        </p:nvGraphicFramePr>
        <p:xfrm>
          <a:off x="434986" y="2823048"/>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D8098-4A12-20F1-F87B-BB836DB33C7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8E1E9AF-72F1-8271-4757-D8DB7887257E}"/>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E4B403C-5C17-FAC9-DB61-0053DFC096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E4B403C-5C17-FAC9-DB61-0053DFC096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7F3F54D-6D52-382C-7C16-E139EB1E17CD}"/>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47F3F54D-6D52-382C-7C16-E139EB1E17CD}"/>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67373DE-17B6-2D5E-CD62-2048AF043AC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B61D2683-429D-8452-926A-C647145127E4}"/>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B61D2683-429D-8452-926A-C647145127E4}"/>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08D8C89-096D-E6CA-E088-41CEEA3534D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A08D8C89-096D-E6CA-E088-41CEEA3534D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4032D45-A98D-112C-7170-85626F657FD6}"/>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CF8D40E-234A-3A4B-3D3D-8C057F2A615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CF8D40E-234A-3A4B-3D3D-8C057F2A6153}"/>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F1DD25D-E69F-18F6-F9B5-18B78679F59B}"/>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BBD922F6-0DD5-AEC9-FDF3-45B4AF18DA7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ECAAD8A-F94D-FE77-9380-D01A1DF0F2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569FABD-0E49-E138-1737-3D9DF08102BA}"/>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5E7CD6BD-E8F0-1A8C-FCAF-7936D795694B}"/>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9D41997-3061-30E0-B822-A68E86429AC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BEF0549-7158-D568-905A-ADEF041D224F}"/>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C598544-C31B-3CAD-3C40-26738FFF009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FEF44F9-95DC-C76E-6988-988528783FE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FEF44F9-95DC-C76E-6988-988528783FE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123D4ED-04AB-5AC9-2810-0E9BD2F91DA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BE264EB-C741-0842-74A5-3FA41B8FC4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819AFF5E-8063-6754-7815-2826F6AB90C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446BD6B-AF16-F377-DBCE-D49404C18C5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446BD6B-AF16-F377-DBCE-D49404C18C5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E33AA73-5697-AFCD-EAB2-45F0A2166055}"/>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6E4472B-47A1-8750-DBC2-69862F7AB148}"/>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6E4472B-47A1-8750-DBC2-69862F7AB148}"/>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7FC97C4-F319-B1EB-A899-AA249E3EDF1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77F0BC6-CA44-9776-0C81-1F3FFF09D0A3}"/>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77F0BC6-CA44-9776-0C81-1F3FFF09D0A3}"/>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EFCB95B9-18E3-72C2-9D48-4576A8B9485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C497644-4FF0-B46D-F18E-B1FB4E0B6A0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B98957B-467E-9FEF-D4CC-B90F84CD23B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9D2B32A-AF2B-3DAB-FF57-3E29EFD79031}"/>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6848089-9CDB-6989-27FA-EF2317B1E306}"/>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A8E4E28-53E9-BD3A-12F0-9328F089BD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A8E4E28-53E9-BD3A-12F0-9328F089BD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D7C98E8A-C986-5171-9278-FA232D71BC5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D7C98E8A-C986-5171-9278-FA232D71BC5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E2B7BED2-4C5B-3038-3574-D9D9A260579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E2B7BED2-4C5B-3038-3574-D9D9A260579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D355E75-97DB-9407-F609-8B57B4B6425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5C44193-0CC0-344A-9D13-7094FA9985B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5C44193-0CC0-344A-9D13-7094FA9985B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ED5ADFA-A632-C961-7990-A08E3F84DB8D}"/>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0226444-5C1A-CD81-3E74-B5A9EA8B84B1}"/>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0226444-5C1A-CD81-3E74-B5A9EA8B84B1}"/>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EED4C7-2F89-CF42-52E4-E2F346F82DD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EED4C7-2F89-CF42-52E4-E2F346F82DD3}"/>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61CF0CF-4C41-2F6E-1535-4F565927118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E746C487-89DD-A11B-0EC2-284B2614F835}"/>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9D2F6F1-E2A5-EC89-6D7B-3C599A69BEB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2D9239B-956D-850F-FC47-AF151EF7547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A428EA1-07AF-4809-DCD6-938BFF6DA4B4}"/>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A428EA1-07AF-4809-DCD6-938BFF6DA4B4}"/>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799430E-0B79-4525-46F2-6CCF666276EE}"/>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0799430E-0B79-4525-46F2-6CCF666276EE}"/>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4948CF2-778C-F13C-FE5C-893CD81C59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D4948CF2-778C-F13C-FE5C-893CD81C59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8A0866F8-61B3-5AF9-E63F-CE2ABFE7A01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8A0866F8-61B3-5AF9-E63F-CE2ABFE7A01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4505473-F759-6158-8E2E-FC9F8AE73CB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9D6FA-8A60-A668-8D23-59D6C4A1AD7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04096E2-7303-91C8-8E1F-94418EADCD9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04096E2-7303-91C8-8E1F-94418EADCD9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793F166-1D4D-E785-03E8-B31C5F9459D2}"/>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2DE470-A386-38AD-4CCD-4185B0A5FA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435CA6F-B2DE-C87A-F6CE-D1DF100E636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D953DB-5D1E-F5E7-2651-62E95CC1149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4D74F9-92B3-AF51-1665-E721BDED8ED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B24D74F9-92B3-AF51-1665-E721BDED8ED0}"/>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3326A0E-9A2B-2A2A-3840-03CA20EF860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3326A0E-9A2B-2A2A-3840-03CA20EF860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0DB451B-6A85-EBC3-A3BE-10C6F3FE4549}"/>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0DB451B-6A85-EBC3-A3BE-10C6F3FE4549}"/>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1FC1D3B-5378-9E1C-0BCA-34F6F3F5A71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1FC1D3B-5378-9E1C-0BCA-34F6F3F5A71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9544EEA-AC32-AE3A-8E39-92F9A8F5D3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9544EEA-AC32-AE3A-8E39-92F9A8F5D3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344B314-5F86-62F9-77A5-D583BFFC532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AA0AD313-DF04-AEC0-574C-D0824B0618F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3B14AD0B-6754-97C1-A5C3-F26B491A2700}"/>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CF66AC-446F-D918-5782-21F3D3BC1416}"/>
              </a:ext>
            </a:extLst>
          </p:cNvPr>
          <p:cNvGraphicFramePr>
            <a:graphicFrameLocks noGrp="1"/>
          </p:cNvGraphicFramePr>
          <p:nvPr>
            <p:extLst>
              <p:ext uri="{D42A27DB-BD31-4B8C-83A1-F6EECF244321}">
                <p14:modId xmlns:p14="http://schemas.microsoft.com/office/powerpoint/2010/main" val="2802963341"/>
              </p:ext>
            </p:extLst>
          </p:nvPr>
        </p:nvGraphicFramePr>
        <p:xfrm>
          <a:off x="822533" y="3008092"/>
          <a:ext cx="8548185"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YBR166C</a:t>
                      </a:r>
                    </a:p>
                  </a:txBody>
                  <a:tcPr/>
                </a:tc>
                <a:tc>
                  <a:txBody>
                    <a:bodyPr/>
                    <a:lstStyle/>
                    <a:p>
                      <a:r>
                        <a:rPr lang="en-US" sz="1200" dirty="0">
                          <a:hlinkClick r:id="rId30"/>
                        </a:rPr>
                        <a:t>TYR1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FF20E35C-F5D4-02B1-BBBF-146DA33C82AB}"/>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286FB74-7406-8180-E28E-94943F5610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DE5EC5BA-1AD9-7545-F9FE-1719343CD87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8EEAC1D0-4E59-6E24-DB39-123572A27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764E7354-2D6A-64CD-1877-670DFC8859B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C17085A-73B4-3CFC-F2FC-442823C6E1A6}"/>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6E25D7-96F2-E044-2431-A2B185FCA5A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0D529DB-4A1B-F1C1-E50D-E4D6C49876A3}"/>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5954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7415253" y="2818480"/>
            <a:ext cx="1311207" cy="276471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15CF98-7EA7-B7D2-210A-7CC5B2F66D6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6163A796-B803-BB17-D92B-D137BCC5A86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427C1F4-DEA3-C202-FD42-733AF71B445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427C1F4-DEA3-C202-FD42-733AF71B445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6650DA-B3E8-AE60-7083-C73A37408E7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56650DA-B3E8-AE60-7083-C73A37408E7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72F2D0C-16F6-55BD-66EC-00DBA94C30E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E21EBCD-9997-ABE8-62C7-7330B758370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E21EBCD-9997-ABE8-62C7-7330B758370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E59738A-6267-9001-ABDC-451A098D1EDC}"/>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E59738A-6267-9001-ABDC-451A098D1EDC}"/>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117252B-DD15-2D6F-A2A5-CC71A660D67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F15E729-9AC1-AE1F-6D9A-FCACEB397D8A}"/>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F15E729-9AC1-AE1F-6D9A-FCACEB397D8A}"/>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868306E-C492-F786-1905-6536715D6CC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1962274-0D26-A839-0435-762FCFFACFB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12DC691-5CC8-0869-6FDD-7DC9EACDEF65}"/>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26DB05F-12BF-4623-398A-290791CEA87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A83BC3B-C683-00CF-B282-0D7D299258A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C2E0ED4-6B07-52DE-F944-B55A61D9B2A6}"/>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8BED086C-29D6-5C18-68CD-788FA9808E0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CD48E0-E03E-C035-6D37-E3DC8E2CF307}"/>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CE0B001B-36F3-29A0-66E7-DC36018A8A14}"/>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CE0B001B-36F3-29A0-66E7-DC36018A8A14}"/>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642394B-1EFA-7029-0C9A-03DA93A08FF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AB8352D9-B9C4-2F24-1BC2-8CAB98B0C1E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04F2FA6-49DF-68A9-F4F0-E5587873FC1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BBB0A9-D5DD-15A4-CBBA-3889ACE4FA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4BBB0A9-D5DD-15A4-CBBA-3889ACE4FAB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1A36509-B9BA-27A9-7BFF-F54CA87AB85E}"/>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E4FF493-F53B-903C-C253-8A800BEA2B4C}"/>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E4FF493-F53B-903C-C253-8A800BEA2B4C}"/>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A579979-4E5A-2E12-26E0-E863D8BF81D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77FF300-B1ED-5CE3-9F84-F966E1A1B58E}"/>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77FF300-B1ED-5CE3-9F84-F966E1A1B58E}"/>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20A8FD9-711D-48DC-403E-E079B934FA0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6F036DC-FAB7-2393-B695-2BEFF62B2A11}"/>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4DC638-5C8D-C659-CB18-F5DE28C8E81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C5EAAB32-64D4-3324-BE2E-967DE276D47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A563AA-9776-3911-8F5C-F29BE1FF6B9C}"/>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710EE7E-886A-FBAE-1F94-9A5FAC897BC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710EE7E-886A-FBAE-1F94-9A5FAC897BC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C4C6844-D818-F7EB-6A8B-6F9A2A2CD6E9}"/>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C4C6844-D818-F7EB-6A8B-6F9A2A2CD6E9}"/>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449A43A-288D-567D-815B-7E785282002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449A43A-288D-567D-815B-7E785282002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D5EC5A06-9363-A2A3-AAE0-0F6BAB40E5DB}"/>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BCB3A42-BCA8-6A32-FDE8-07881CA27F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BCB3A42-BCA8-6A32-FDE8-07881CA27F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FC55622B-4BE5-6D72-A393-97CD3CF1C0A5}"/>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766164F-12A0-8F9F-78E1-90445E3D687A}"/>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766164F-12A0-8F9F-78E1-90445E3D687A}"/>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B373B582-52DD-55D7-2B5E-A144BB4FBE5E}"/>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B373B582-52DD-55D7-2B5E-A144BB4FBE5E}"/>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60C8F27-F733-D439-1BCA-3F82A2A5EFBB}"/>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EA651E6-01E1-41D2-8AF8-1C3EB543EFB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B657A7D5-CD23-0A3A-8A9F-849EB7CC6E1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1497F6C-1218-103A-A934-3814C30FF883}"/>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5509919A-B611-0931-64CF-B0A5A15995CA}"/>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5509919A-B611-0931-64CF-B0A5A15995CA}"/>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E631C9F-565F-4CEB-70EC-0F596611FEE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E631C9F-565F-4CEB-70EC-0F596611FEE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79B2AAA-1ED7-EE23-43C7-CC4A5729EEC6}"/>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79B2AAA-1ED7-EE23-43C7-CC4A5729EEC6}"/>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E1B2231-45D8-7A92-92C1-AC098B00EDE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0E1B2231-45D8-7A92-92C1-AC098B00EDE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DEBD49D-EC90-918E-F3BB-4A5D4BFEFA6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B5909-571C-51A5-8374-1CBE5EDFDEF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E053A38-26F6-AC29-1E73-11907AFE8BC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FE053A38-26F6-AC29-1E73-11907AFE8BC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F1A62D-E415-A880-D003-DE341E6A50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657CD2-8426-4B60-FF43-BD3258AB905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2141E42-7EA3-9415-FC80-BDDF9DDDA94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FB2DA31D-FE3C-2BC9-BF17-396AF9501B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F371F040-9E80-5225-74FC-C1B40779F244}"/>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F371F040-9E80-5225-74FC-C1B40779F244}"/>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8DF874D-DEA9-079E-31BB-4099EBB2F686}"/>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8DF874D-DEA9-079E-31BB-4099EBB2F686}"/>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EAB080B-B3FB-3438-05A3-3BA50EADB636}"/>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EAB080B-B3FB-3438-05A3-3BA50EADB636}"/>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FE8CC53-AD07-4379-FCCE-DEF810B75B4E}"/>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4FE8CC53-AD07-4379-FCCE-DEF810B75B4E}"/>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259869B-0098-08D6-B499-E4BED6E4DD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E259869B-0098-08D6-B499-E4BED6E4DD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C4A241D-87A3-10ED-9BB7-5F12F3854E5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9913B0-3374-504C-E403-13ADAB4C119D}"/>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8BD0AFC7-6DD5-768A-207F-2112C9E32B33}"/>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9DFAC892-40F1-B89A-158D-8CADDBF5479E}"/>
              </a:ext>
            </a:extLst>
          </p:cNvPr>
          <p:cNvGraphicFramePr>
            <a:graphicFrameLocks noGrp="1"/>
          </p:cNvGraphicFramePr>
          <p:nvPr>
            <p:extLst>
              <p:ext uri="{D42A27DB-BD31-4B8C-83A1-F6EECF244321}">
                <p14:modId xmlns:p14="http://schemas.microsoft.com/office/powerpoint/2010/main" val="4056221158"/>
              </p:ext>
            </p:extLst>
          </p:nvPr>
        </p:nvGraphicFramePr>
        <p:xfrm>
          <a:off x="822533" y="3008092"/>
          <a:ext cx="9585994"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721293">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dirty="0">
                          <a:solidFill>
                            <a:srgbClr val="0A0A0A"/>
                          </a:solidFill>
                          <a:effectLst/>
                          <a:latin typeface="Lato" panose="020F0502020204030203" pitchFamily="34" charset="0"/>
                          <a:hlinkClick r:id="rId31"/>
                        </a:rPr>
                        <a:t>J4TZI4-F1-model_v6.pdb</a:t>
                      </a:r>
                      <a:r>
                        <a:rPr lang="" sz="1200" b="0" i="0" dirty="0">
                          <a:solidFill>
                            <a:srgbClr val="0A0A0A"/>
                          </a:solidFill>
                          <a:effectLst/>
                          <a:latin typeface="Lato" panose="020F0502020204030203" pitchFamily="34" charset="0"/>
                          <a:hlinkClick r:id="rId31"/>
                        </a:rPr>
                        <a:t>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C6EFDD97-FCB0-3837-14F2-E0A284DBF62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F820E83B-4649-5C94-0512-98528196F684}"/>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7AE07C4-80A9-7892-7FD2-B0314BD1793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27D4F8AF-3F0C-F717-A5CC-F737CE51D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9211F8E-3659-01E0-3E93-C794F59ECCD4}"/>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356353A-DCEE-93D4-F111-25D173E1C157}"/>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E87ED86-C06D-630B-05D7-588DEDF8E3C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F1E9D762-798F-147B-8405-0AA543B633D0}"/>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67164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18762625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382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76457" y="3769971"/>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94605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43</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44</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45</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46</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6284</Words>
  <Application>Microsoft Office PowerPoint</Application>
  <PresentationFormat>Widescreen</PresentationFormat>
  <Paragraphs>1904</Paragraphs>
  <Slides>62</Slides>
  <Notes>47</Notes>
  <HiddenSlides>20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62</vt:i4>
      </vt:variant>
    </vt:vector>
  </HeadingPairs>
  <TitlesOfParts>
    <vt:vector size="70"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49</cp:revision>
  <dcterms:created xsi:type="dcterms:W3CDTF">2025-12-24T00:00:45Z</dcterms:created>
  <dcterms:modified xsi:type="dcterms:W3CDTF">2026-07-03T17:51:51Z</dcterms:modified>
</cp:coreProperties>
</file>