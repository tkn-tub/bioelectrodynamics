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313" autoAdjust="0"/>
  </p:normalViewPr>
  <p:slideViewPr>
    <p:cSldViewPr snapToGrid="0">
      <p:cViewPr varScale="1">
        <p:scale>
          <a:sx n="52" d="100"/>
          <a:sy n="52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17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6424-BD86-81C7-63C8-F8103CA90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/>
          <a:lstStyle/>
          <a:p>
            <a:r>
              <a:rPr lang="de-DE" dirty="0"/>
              <a:t>Looking </a:t>
            </a:r>
            <a:r>
              <a:rPr lang="de-DE" dirty="0" err="1"/>
              <a:t>for</a:t>
            </a:r>
            <a:r>
              <a:rPr lang="de-DE" dirty="0"/>
              <a:t> 2-neuron NNs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AF12A3F-BD0C-5E1A-1C1E-02417278BC63}"/>
              </a:ext>
            </a:extLst>
          </p:cNvPr>
          <p:cNvSpPr>
            <a:spLocks noChangeAspect="1"/>
          </p:cNvSpPr>
          <p:nvPr/>
        </p:nvSpPr>
        <p:spPr>
          <a:xfrm>
            <a:off x="1833704" y="1518055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275EC2-8FA4-D639-B70B-FC7C93FD197A}"/>
              </a:ext>
            </a:extLst>
          </p:cNvPr>
          <p:cNvSpPr>
            <a:spLocks noChangeAspect="1"/>
          </p:cNvSpPr>
          <p:nvPr/>
        </p:nvSpPr>
        <p:spPr>
          <a:xfrm>
            <a:off x="1845134" y="2985354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34B839-6F83-4210-19F6-21BFC9903849}"/>
              </a:ext>
            </a:extLst>
          </p:cNvPr>
          <p:cNvSpPr>
            <a:spLocks noChangeAspect="1"/>
          </p:cNvSpPr>
          <p:nvPr/>
        </p:nvSpPr>
        <p:spPr>
          <a:xfrm>
            <a:off x="3376754" y="2291934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F7A754-4035-7D56-7394-8F30048CF85F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210894" y="2604130"/>
            <a:ext cx="1219424" cy="56410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D8A065-9C1A-C150-3A1C-BC905ECC8E58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199464" y="1700935"/>
            <a:ext cx="1230854" cy="64456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5DDF03-7011-C7BA-ED3E-E8372498F05F}"/>
              </a:ext>
            </a:extLst>
          </p:cNvPr>
          <p:cNvCxnSpPr>
            <a:cxnSpLocks/>
          </p:cNvCxnSpPr>
          <p:nvPr/>
        </p:nvCxnSpPr>
        <p:spPr>
          <a:xfrm>
            <a:off x="1033604" y="1700935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1A97CC2-7622-0870-CEC7-26DC814C17C9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33604" y="3168234"/>
            <a:ext cx="81153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0EA8EC5-D0C8-B8A0-9908-40554E37E399}"/>
              </a:ext>
            </a:extLst>
          </p:cNvPr>
          <p:cNvCxnSpPr>
            <a:cxnSpLocks/>
          </p:cNvCxnSpPr>
          <p:nvPr/>
        </p:nvCxnSpPr>
        <p:spPr>
          <a:xfrm>
            <a:off x="3742514" y="2459125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/>
              <p:nvPr/>
            </p:nvSpPr>
            <p:spPr>
              <a:xfrm>
                <a:off x="316372" y="118267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72" y="118267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/>
              <p:nvPr/>
            </p:nvSpPr>
            <p:spPr>
              <a:xfrm>
                <a:off x="2253377" y="303158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377" y="3031581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/>
              <p:nvPr/>
            </p:nvSpPr>
            <p:spPr>
              <a:xfrm>
                <a:off x="331864" y="246496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864" y="2464961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/>
              <p:nvPr/>
            </p:nvSpPr>
            <p:spPr>
              <a:xfrm>
                <a:off x="989799" y="1126070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1126070"/>
                <a:ext cx="991552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/>
              <p:nvPr/>
            </p:nvSpPr>
            <p:spPr>
              <a:xfrm>
                <a:off x="2004575" y="2523689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575" y="2523689"/>
                <a:ext cx="99155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/>
              <p:nvPr/>
            </p:nvSpPr>
            <p:spPr>
              <a:xfrm>
                <a:off x="2259471" y="1220642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9471" y="1220642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/>
              <p:nvPr/>
            </p:nvSpPr>
            <p:spPr>
              <a:xfrm>
                <a:off x="1518417" y="1046913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17" y="1046913"/>
                <a:ext cx="970607" cy="461665"/>
              </a:xfrm>
              <a:prstGeom prst="rect">
                <a:avLst/>
              </a:prstGeom>
              <a:blipFill>
                <a:blip r:embed="rId10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/>
              <p:nvPr/>
            </p:nvSpPr>
            <p:spPr>
              <a:xfrm>
                <a:off x="1570487" y="3268375"/>
                <a:ext cx="970607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487" y="3268375"/>
                <a:ext cx="970607" cy="495905"/>
              </a:xfrm>
              <a:prstGeom prst="rect">
                <a:avLst/>
              </a:prstGeom>
              <a:blipFill>
                <a:blip r:embed="rId1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/>
              <p:nvPr/>
            </p:nvSpPr>
            <p:spPr>
              <a:xfrm>
                <a:off x="1005179" y="26842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2684234"/>
                <a:ext cx="991552" cy="495905"/>
              </a:xfrm>
              <a:prstGeom prst="rect">
                <a:avLst/>
              </a:prstGeom>
              <a:blipFill>
                <a:blip r:embed="rId12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/>
              <p:nvPr/>
            </p:nvSpPr>
            <p:spPr>
              <a:xfrm>
                <a:off x="3144879" y="1691092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879" y="1691092"/>
                <a:ext cx="970607" cy="461665"/>
              </a:xfrm>
              <a:prstGeom prst="rect">
                <a:avLst/>
              </a:prstGeom>
              <a:blipFill>
                <a:blip r:embed="rId13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/>
              <p:nvPr/>
            </p:nvSpPr>
            <p:spPr>
              <a:xfrm>
                <a:off x="2057867" y="177648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867" y="1776487"/>
                <a:ext cx="991552" cy="461665"/>
              </a:xfrm>
              <a:prstGeom prst="rect">
                <a:avLst/>
              </a:prstGeom>
              <a:blipFill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rxn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/>
              <p:nvPr/>
            </p:nvSpPr>
            <p:spPr>
              <a:xfrm>
                <a:off x="5657850" y="3429546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850" y="3429546"/>
                <a:ext cx="6271260" cy="491417"/>
              </a:xfrm>
              <a:prstGeom prst="rect">
                <a:avLst/>
              </a:prstGeom>
              <a:blipFill>
                <a:blip r:embed="rId16"/>
                <a:stretch>
                  <a:fillRect l="-77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3E41BB-FFFA-D2B7-1C24-51DA60B7D36B}"/>
              </a:ext>
            </a:extLst>
          </p:cNvPr>
          <p:cNvSpPr/>
          <p:nvPr/>
        </p:nvSpPr>
        <p:spPr>
          <a:xfrm>
            <a:off x="8181975" y="1489795"/>
            <a:ext cx="3531870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C6A409-1F49-1F07-41F4-5BBEC56BC653}"/>
              </a:ext>
            </a:extLst>
          </p:cNvPr>
          <p:cNvCxnSpPr/>
          <p:nvPr/>
        </p:nvCxnSpPr>
        <p:spPr>
          <a:xfrm>
            <a:off x="9065371" y="2131800"/>
            <a:ext cx="0" cy="1219314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1338EE-6372-755D-D5AF-D9704DAC41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1864" y="4479838"/>
            <a:ext cx="968827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074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3200" dirty="0"/>
              <a:t>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pic>
        <p:nvPicPr>
          <p:cNvPr id="27" name="Picture 26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EA5EC35B-7C25-FBAF-8BD7-87249CE7A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977" y="374145"/>
            <a:ext cx="7716327" cy="6068272"/>
          </a:xfrm>
          <a:prstGeom prst="rect">
            <a:avLst/>
          </a:prstGeom>
        </p:spPr>
      </p:pic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83" y="1063004"/>
            <a:ext cx="3720510" cy="394333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8554832" y="2810934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320790" y="491490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8494912" y="1489501"/>
            <a:ext cx="954912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430977" y="1695241"/>
            <a:ext cx="1608876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98B2B5-2D78-ADAE-87E6-2EA53EE0A6C3}"/>
              </a:ext>
            </a:extLst>
          </p:cNvPr>
          <p:cNvSpPr/>
          <p:nvPr/>
        </p:nvSpPr>
        <p:spPr>
          <a:xfrm>
            <a:off x="4475694" y="3562914"/>
            <a:ext cx="1608876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48571" y="6142335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</Words>
  <Application>Microsoft Office PowerPoint</Application>
  <PresentationFormat>Widescreen</PresentationFormat>
  <Paragraphs>59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Associating Metabolic reactions with NN coefficients</vt:lpstr>
      <vt:lpstr>Fundamentals of Flux Balance Analysis (FBA)</vt:lpstr>
      <vt:lpstr>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5</cp:revision>
  <dcterms:created xsi:type="dcterms:W3CDTF">2025-12-24T00:00:45Z</dcterms:created>
  <dcterms:modified xsi:type="dcterms:W3CDTF">2025-12-24T15:16:51Z</dcterms:modified>
</cp:coreProperties>
</file>