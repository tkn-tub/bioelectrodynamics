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313" autoAdjust="0"/>
  </p:normalViewPr>
  <p:slideViewPr>
    <p:cSldViewPr snapToGrid="0">
      <p:cViewPr varScale="1">
        <p:scale>
          <a:sx n="102" d="100"/>
          <a:sy n="102" d="100"/>
        </p:scale>
        <p:origin x="15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17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8.png"/><Relationship Id="rId21" Type="http://schemas.openxmlformats.org/officeDocument/2006/relationships/image" Target="../media/image25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130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7.png"/><Relationship Id="rId7" Type="http://schemas.openxmlformats.org/officeDocument/2006/relationships/image" Target="../media/image260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2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51A3F9-7DF3-0288-5EC2-2581B8F3C1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1042" y="3187220"/>
            <a:ext cx="4692769" cy="351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6424-BD86-81C7-63C8-F8103CA90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/>
          <a:lstStyle/>
          <a:p>
            <a:r>
              <a:rPr lang="de-DE" dirty="0"/>
              <a:t>Looking </a:t>
            </a:r>
            <a:r>
              <a:rPr lang="de-DE" dirty="0" err="1"/>
              <a:t>for</a:t>
            </a:r>
            <a:r>
              <a:rPr lang="de-DE" dirty="0"/>
              <a:t> 2-neuron NNs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AF12A3F-BD0C-5E1A-1C1E-02417278BC63}"/>
              </a:ext>
            </a:extLst>
          </p:cNvPr>
          <p:cNvSpPr>
            <a:spLocks noChangeAspect="1"/>
          </p:cNvSpPr>
          <p:nvPr/>
        </p:nvSpPr>
        <p:spPr>
          <a:xfrm>
            <a:off x="1833698" y="1169256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275EC2-8FA4-D639-B70B-FC7C93FD197A}"/>
              </a:ext>
            </a:extLst>
          </p:cNvPr>
          <p:cNvSpPr>
            <a:spLocks noChangeAspect="1"/>
          </p:cNvSpPr>
          <p:nvPr/>
        </p:nvSpPr>
        <p:spPr>
          <a:xfrm>
            <a:off x="1845128" y="337184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34B839-6F83-4210-19F6-21BFC9903849}"/>
              </a:ext>
            </a:extLst>
          </p:cNvPr>
          <p:cNvSpPr>
            <a:spLocks noChangeAspect="1"/>
          </p:cNvSpPr>
          <p:nvPr/>
        </p:nvSpPr>
        <p:spPr>
          <a:xfrm>
            <a:off x="3744396" y="229192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F7A754-4035-7D56-7394-8F30048CF85F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327931" y="2704026"/>
            <a:ext cx="1487170" cy="909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D8A065-9C1A-C150-3A1C-BC905ECC8E58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316501" y="1410658"/>
            <a:ext cx="1498600" cy="9519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5DDF03-7011-C7BA-ED3E-E8372498F05F}"/>
              </a:ext>
            </a:extLst>
          </p:cNvPr>
          <p:cNvCxnSpPr>
            <a:cxnSpLocks/>
          </p:cNvCxnSpPr>
          <p:nvPr/>
        </p:nvCxnSpPr>
        <p:spPr>
          <a:xfrm>
            <a:off x="1033604" y="135214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1A97CC2-7622-0870-CEC7-26DC814C17C9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05179" y="3613250"/>
            <a:ext cx="83994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0EA8EC5-D0C8-B8A0-9908-40554E37E399}"/>
              </a:ext>
            </a:extLst>
          </p:cNvPr>
          <p:cNvCxnSpPr>
            <a:cxnSpLocks/>
          </p:cNvCxnSpPr>
          <p:nvPr/>
        </p:nvCxnSpPr>
        <p:spPr>
          <a:xfrm>
            <a:off x="4227199" y="253332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/>
              <p:nvPr/>
            </p:nvSpPr>
            <p:spPr>
              <a:xfrm>
                <a:off x="427146" y="107806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46" y="1078064"/>
                <a:ext cx="65640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/>
              <p:nvPr/>
            </p:nvSpPr>
            <p:spPr>
              <a:xfrm>
                <a:off x="2524024" y="2760969"/>
                <a:ext cx="65128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024" y="2760969"/>
                <a:ext cx="65128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/>
              <p:nvPr/>
            </p:nvSpPr>
            <p:spPr>
              <a:xfrm>
                <a:off x="288059" y="3262413"/>
                <a:ext cx="7017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59" y="3262413"/>
                <a:ext cx="701740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/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/>
              <p:nvPr/>
            </p:nvSpPr>
            <p:spPr>
              <a:xfrm>
                <a:off x="3316758" y="2795972"/>
                <a:ext cx="761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758" y="2795972"/>
                <a:ext cx="761501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/>
              <p:nvPr/>
            </p:nvSpPr>
            <p:spPr>
              <a:xfrm>
                <a:off x="2509969" y="134106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9969" y="1341069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/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blipFill>
                <a:blip r:embed="rId1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/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blipFill>
                <a:blip r:embed="rId1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/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blipFill>
                <a:blip r:embed="rId12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/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/>
              <p:nvPr/>
            </p:nvSpPr>
            <p:spPr>
              <a:xfrm>
                <a:off x="3397707" y="1756296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707" y="1756296"/>
                <a:ext cx="656402" cy="461665"/>
              </a:xfrm>
              <a:prstGeom prst="rect">
                <a:avLst/>
              </a:prstGeom>
              <a:blipFill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rxn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/>
              <p:nvPr/>
            </p:nvSpPr>
            <p:spPr>
              <a:xfrm>
                <a:off x="5667277" y="3730592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[0,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7277" y="3730592"/>
                <a:ext cx="6271260" cy="491417"/>
              </a:xfrm>
              <a:prstGeom prst="rect">
                <a:avLst/>
              </a:prstGeom>
              <a:blipFill>
                <a:blip r:embed="rId16"/>
                <a:stretch>
                  <a:fillRect l="-87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3E41BB-FFFA-D2B7-1C24-51DA60B7D36B}"/>
              </a:ext>
            </a:extLst>
          </p:cNvPr>
          <p:cNvSpPr/>
          <p:nvPr/>
        </p:nvSpPr>
        <p:spPr>
          <a:xfrm>
            <a:off x="8181975" y="1489795"/>
            <a:ext cx="3531870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C6A409-1F49-1F07-41F4-5BBEC56BC653}"/>
              </a:ext>
            </a:extLst>
          </p:cNvPr>
          <p:cNvCxnSpPr/>
          <p:nvPr/>
        </p:nvCxnSpPr>
        <p:spPr>
          <a:xfrm>
            <a:off x="9065371" y="2131800"/>
            <a:ext cx="0" cy="1219314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1338EE-6372-755D-D5AF-D9704DAC41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1864" y="4479838"/>
            <a:ext cx="9688277" cy="229584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2A852-F17E-C34E-B93D-40884E3B7546}"/>
                  </a:ext>
                </a:extLst>
              </p:cNvPr>
              <p:cNvSpPr txBox="1"/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512A852-F17E-C34E-B93D-40884E3B7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blipFill>
                <a:blip r:embed="rId18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D02457-C80D-97B7-1666-D5EDFCCD477A}"/>
                  </a:ext>
                </a:extLst>
              </p:cNvPr>
              <p:cNvSpPr txBox="1"/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D02457-C80D-97B7-1666-D5EDFCCD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blipFill>
                <a:blip r:embed="rId1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BE5F9-EC8F-3B74-59D1-26672A338C1E}"/>
                  </a:ext>
                </a:extLst>
              </p:cNvPr>
              <p:cNvSpPr txBox="1"/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BE5F9-EC8F-3B74-59D1-26672A338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AABB4B-5503-F17E-B088-A4B9DACFFFB1}"/>
                  </a:ext>
                </a:extLst>
              </p:cNvPr>
              <p:cNvSpPr txBox="1"/>
              <p:nvPr/>
            </p:nvSpPr>
            <p:spPr>
              <a:xfrm>
                <a:off x="8113743" y="3239131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AABB4B-5503-F17E-B088-A4B9DACFF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3743" y="3239131"/>
                <a:ext cx="656402" cy="495905"/>
              </a:xfrm>
              <a:prstGeom prst="rect">
                <a:avLst/>
              </a:prstGeom>
              <a:blipFill>
                <a:blip r:embed="rId2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401C1D-C3A0-4D2C-CD5E-9208E7471FD3}"/>
                  </a:ext>
                </a:extLst>
              </p:cNvPr>
              <p:cNvSpPr txBox="1"/>
              <p:nvPr/>
            </p:nvSpPr>
            <p:spPr>
              <a:xfrm>
                <a:off x="9565454" y="323913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401C1D-C3A0-4D2C-CD5E-9208E7471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5454" y="3239130"/>
                <a:ext cx="656402" cy="461665"/>
              </a:xfrm>
              <a:prstGeom prst="rect">
                <a:avLst/>
              </a:prstGeom>
              <a:blipFill>
                <a:blip r:embed="rId22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7074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3200" dirty="0"/>
              <a:t>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pic>
        <p:nvPicPr>
          <p:cNvPr id="27" name="Picture 26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EA5EC35B-7C25-FBAF-8BD7-87249CE7A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977" y="374145"/>
            <a:ext cx="7716327" cy="6068272"/>
          </a:xfrm>
          <a:prstGeom prst="rect">
            <a:avLst/>
          </a:prstGeom>
        </p:spPr>
      </p:pic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83" y="1063004"/>
            <a:ext cx="3720510" cy="394333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8554832" y="2810934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320790" y="491490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8494912" y="1489501"/>
            <a:ext cx="954912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430977" y="1695241"/>
            <a:ext cx="1608876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98B2B5-2D78-ADAE-87E6-2EA53EE0A6C3}"/>
              </a:ext>
            </a:extLst>
          </p:cNvPr>
          <p:cNvSpPr/>
          <p:nvPr/>
        </p:nvSpPr>
        <p:spPr>
          <a:xfrm>
            <a:off x="4475694" y="3562914"/>
            <a:ext cx="1608876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48571" y="6142335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332</Words>
  <Application>Microsoft Office PowerPoint</Application>
  <PresentationFormat>Widescreen</PresentationFormat>
  <Paragraphs>64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Associating Metabolic reactions with NN coefficients</vt:lpstr>
      <vt:lpstr>Fundamentals of Flux Balance Analysis (FBA)</vt:lpstr>
      <vt:lpstr>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6</cp:revision>
  <dcterms:created xsi:type="dcterms:W3CDTF">2025-12-24T00:00:45Z</dcterms:created>
  <dcterms:modified xsi:type="dcterms:W3CDTF">2026-01-30T14:35:49Z</dcterms:modified>
</cp:coreProperties>
</file>